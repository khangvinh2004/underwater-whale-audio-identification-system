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3"/>
  </p:notesMasterIdLst>
  <p:sldIdLst>
    <p:sldId id="260" r:id="rId2"/>
  </p:sldIdLst>
  <p:sldSz cx="43891200" cy="32918400"/>
  <p:notesSz cx="6858000" cy="9144000"/>
  <p:defaultTextStyle>
    <a:defPPr>
      <a:defRPr lang="en-US"/>
    </a:defPPr>
    <a:lvl1pPr marL="0" algn="l" defTabSz="457020" rtl="0" eaLnBrk="1" latinLnBrk="0" hangingPunct="1">
      <a:defRPr sz="1800" kern="1200">
        <a:solidFill>
          <a:schemeClr val="tx1"/>
        </a:solidFill>
        <a:latin typeface="+mn-lt"/>
        <a:ea typeface="+mn-ea"/>
        <a:cs typeface="+mn-cs"/>
      </a:defRPr>
    </a:lvl1pPr>
    <a:lvl2pPr marL="457020" algn="l" defTabSz="457020" rtl="0" eaLnBrk="1" latinLnBrk="0" hangingPunct="1">
      <a:defRPr sz="1800" kern="1200">
        <a:solidFill>
          <a:schemeClr val="tx1"/>
        </a:solidFill>
        <a:latin typeface="+mn-lt"/>
        <a:ea typeface="+mn-ea"/>
        <a:cs typeface="+mn-cs"/>
      </a:defRPr>
    </a:lvl2pPr>
    <a:lvl3pPr marL="914040" algn="l" defTabSz="457020" rtl="0" eaLnBrk="1" latinLnBrk="0" hangingPunct="1">
      <a:defRPr sz="1800" kern="1200">
        <a:solidFill>
          <a:schemeClr val="tx1"/>
        </a:solidFill>
        <a:latin typeface="+mn-lt"/>
        <a:ea typeface="+mn-ea"/>
        <a:cs typeface="+mn-cs"/>
      </a:defRPr>
    </a:lvl3pPr>
    <a:lvl4pPr marL="1371048" algn="l" defTabSz="457020" rtl="0" eaLnBrk="1" latinLnBrk="0" hangingPunct="1">
      <a:defRPr sz="1800" kern="1200">
        <a:solidFill>
          <a:schemeClr val="tx1"/>
        </a:solidFill>
        <a:latin typeface="+mn-lt"/>
        <a:ea typeface="+mn-ea"/>
        <a:cs typeface="+mn-cs"/>
      </a:defRPr>
    </a:lvl4pPr>
    <a:lvl5pPr marL="1828068" algn="l" defTabSz="457020" rtl="0" eaLnBrk="1" latinLnBrk="0" hangingPunct="1">
      <a:defRPr sz="1800" kern="1200">
        <a:solidFill>
          <a:schemeClr val="tx1"/>
        </a:solidFill>
        <a:latin typeface="+mn-lt"/>
        <a:ea typeface="+mn-ea"/>
        <a:cs typeface="+mn-cs"/>
      </a:defRPr>
    </a:lvl5pPr>
    <a:lvl6pPr marL="2285088" algn="l" defTabSz="457020" rtl="0" eaLnBrk="1" latinLnBrk="0" hangingPunct="1">
      <a:defRPr sz="1800" kern="1200">
        <a:solidFill>
          <a:schemeClr val="tx1"/>
        </a:solidFill>
        <a:latin typeface="+mn-lt"/>
        <a:ea typeface="+mn-ea"/>
        <a:cs typeface="+mn-cs"/>
      </a:defRPr>
    </a:lvl6pPr>
    <a:lvl7pPr marL="2742108" algn="l" defTabSz="457020" rtl="0" eaLnBrk="1" latinLnBrk="0" hangingPunct="1">
      <a:defRPr sz="1800" kern="1200">
        <a:solidFill>
          <a:schemeClr val="tx1"/>
        </a:solidFill>
        <a:latin typeface="+mn-lt"/>
        <a:ea typeface="+mn-ea"/>
        <a:cs typeface="+mn-cs"/>
      </a:defRPr>
    </a:lvl7pPr>
    <a:lvl8pPr marL="3199116" algn="l" defTabSz="457020" rtl="0" eaLnBrk="1" latinLnBrk="0" hangingPunct="1">
      <a:defRPr sz="1800" kern="1200">
        <a:solidFill>
          <a:schemeClr val="tx1"/>
        </a:solidFill>
        <a:latin typeface="+mn-lt"/>
        <a:ea typeface="+mn-ea"/>
        <a:cs typeface="+mn-cs"/>
      </a:defRPr>
    </a:lvl8pPr>
    <a:lvl9pPr marL="3656136" algn="l" defTabSz="45702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57C"/>
    <a:srgbClr val="D10F4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6604B1-B881-0353-E3D5-96ED8A922B16}" v="144" dt="2026-03-29T03:56:14.6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808"/>
    <p:restoredTop sz="94680"/>
  </p:normalViewPr>
  <p:slideViewPr>
    <p:cSldViewPr snapToGrid="0" snapToObjects="1">
      <p:cViewPr varScale="1">
        <p:scale>
          <a:sx n="22" d="100"/>
          <a:sy n="22" d="100"/>
        </p:scale>
        <p:origin x="2220" y="78"/>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363DF7-D1D6-0849-BD92-5A4CD7900F63}" type="datetimeFigureOut">
              <a:t>3/29/2026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05647B-F076-7644-AD6D-3577091B5250}" type="slidenum">
              <a:t>‹#›</a:t>
            </a:fld>
            <a:endParaRPr lang="en-US"/>
          </a:p>
        </p:txBody>
      </p:sp>
    </p:spTree>
    <p:extLst>
      <p:ext uri="{BB962C8B-B14F-4D97-AF65-F5344CB8AC3E}">
        <p14:creationId xmlns:p14="http://schemas.microsoft.com/office/powerpoint/2010/main" val="3737310943"/>
      </p:ext>
    </p:extLst>
  </p:cSld>
  <p:clrMap bg1="lt1" tx1="dk1" bg2="lt2" tx2="dk2" accent1="accent1" accent2="accent2" accent3="accent3" accent4="accent4" accent5="accent5" accent6="accent6" hlink="hlink" folHlink="folHlink"/>
  <p:notesStyle>
    <a:lvl1pPr marL="0" algn="l" defTabSz="3685152" rtl="0" eaLnBrk="1" latinLnBrk="0" hangingPunct="1">
      <a:defRPr sz="4836" kern="1200">
        <a:solidFill>
          <a:schemeClr val="tx1"/>
        </a:solidFill>
        <a:latin typeface="+mn-lt"/>
        <a:ea typeface="+mn-ea"/>
        <a:cs typeface="+mn-cs"/>
      </a:defRPr>
    </a:lvl1pPr>
    <a:lvl2pPr marL="1842576" algn="l" defTabSz="3685152" rtl="0" eaLnBrk="1" latinLnBrk="0" hangingPunct="1">
      <a:defRPr sz="4836" kern="1200">
        <a:solidFill>
          <a:schemeClr val="tx1"/>
        </a:solidFill>
        <a:latin typeface="+mn-lt"/>
        <a:ea typeface="+mn-ea"/>
        <a:cs typeface="+mn-cs"/>
      </a:defRPr>
    </a:lvl2pPr>
    <a:lvl3pPr marL="3685152" algn="l" defTabSz="3685152" rtl="0" eaLnBrk="1" latinLnBrk="0" hangingPunct="1">
      <a:defRPr sz="4836" kern="1200">
        <a:solidFill>
          <a:schemeClr val="tx1"/>
        </a:solidFill>
        <a:latin typeface="+mn-lt"/>
        <a:ea typeface="+mn-ea"/>
        <a:cs typeface="+mn-cs"/>
      </a:defRPr>
    </a:lvl3pPr>
    <a:lvl4pPr marL="5527728" algn="l" defTabSz="3685152" rtl="0" eaLnBrk="1" latinLnBrk="0" hangingPunct="1">
      <a:defRPr sz="4836" kern="1200">
        <a:solidFill>
          <a:schemeClr val="tx1"/>
        </a:solidFill>
        <a:latin typeface="+mn-lt"/>
        <a:ea typeface="+mn-ea"/>
        <a:cs typeface="+mn-cs"/>
      </a:defRPr>
    </a:lvl4pPr>
    <a:lvl5pPr marL="7370304" algn="l" defTabSz="3685152" rtl="0" eaLnBrk="1" latinLnBrk="0" hangingPunct="1">
      <a:defRPr sz="4836" kern="1200">
        <a:solidFill>
          <a:schemeClr val="tx1"/>
        </a:solidFill>
        <a:latin typeface="+mn-lt"/>
        <a:ea typeface="+mn-ea"/>
        <a:cs typeface="+mn-cs"/>
      </a:defRPr>
    </a:lvl5pPr>
    <a:lvl6pPr marL="9212880" algn="l" defTabSz="3685152" rtl="0" eaLnBrk="1" latinLnBrk="0" hangingPunct="1">
      <a:defRPr sz="4836" kern="1200">
        <a:solidFill>
          <a:schemeClr val="tx1"/>
        </a:solidFill>
        <a:latin typeface="+mn-lt"/>
        <a:ea typeface="+mn-ea"/>
        <a:cs typeface="+mn-cs"/>
      </a:defRPr>
    </a:lvl6pPr>
    <a:lvl7pPr marL="11055444" algn="l" defTabSz="3685152" rtl="0" eaLnBrk="1" latinLnBrk="0" hangingPunct="1">
      <a:defRPr sz="4836" kern="1200">
        <a:solidFill>
          <a:schemeClr val="tx1"/>
        </a:solidFill>
        <a:latin typeface="+mn-lt"/>
        <a:ea typeface="+mn-ea"/>
        <a:cs typeface="+mn-cs"/>
      </a:defRPr>
    </a:lvl7pPr>
    <a:lvl8pPr marL="12898020" algn="l" defTabSz="3685152" rtl="0" eaLnBrk="1" latinLnBrk="0" hangingPunct="1">
      <a:defRPr sz="4836" kern="1200">
        <a:solidFill>
          <a:schemeClr val="tx1"/>
        </a:solidFill>
        <a:latin typeface="+mn-lt"/>
        <a:ea typeface="+mn-ea"/>
        <a:cs typeface="+mn-cs"/>
      </a:defRPr>
    </a:lvl8pPr>
    <a:lvl9pPr marL="14740596" algn="l" defTabSz="3685152" rtl="0" eaLnBrk="1" latinLnBrk="0" hangingPunct="1">
      <a:defRPr sz="48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05647B-F076-7644-AD6D-3577091B5250}" type="slidenum">
              <a:t>1</a:t>
            </a:fld>
            <a:endParaRPr lang="en-US"/>
          </a:p>
        </p:txBody>
      </p:sp>
    </p:spTree>
    <p:extLst>
      <p:ext uri="{BB962C8B-B14F-4D97-AF65-F5344CB8AC3E}">
        <p14:creationId xmlns:p14="http://schemas.microsoft.com/office/powerpoint/2010/main" val="40831378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Poster Template">
    <p:spTree>
      <p:nvGrpSpPr>
        <p:cNvPr id="1" name=""/>
        <p:cNvGrpSpPr/>
        <p:nvPr/>
      </p:nvGrpSpPr>
      <p:grpSpPr>
        <a:xfrm>
          <a:off x="0" y="0"/>
          <a:ext cx="0" cy="0"/>
          <a:chOff x="0" y="0"/>
          <a:chExt cx="0" cy="0"/>
        </a:xfrm>
      </p:grpSpPr>
      <p:sp>
        <p:nvSpPr>
          <p:cNvPr id="39" name="Picture Placeholder 36">
            <a:extLst>
              <a:ext uri="{FF2B5EF4-FFF2-40B4-BE49-F238E27FC236}">
                <a16:creationId xmlns:a16="http://schemas.microsoft.com/office/drawing/2014/main" id="{331D8A0E-52D0-A144-A451-08B60D5354E2}"/>
              </a:ext>
            </a:extLst>
          </p:cNvPr>
          <p:cNvSpPr>
            <a:spLocks noGrp="1"/>
          </p:cNvSpPr>
          <p:nvPr>
            <p:ph type="pic" sz="quarter" idx="12"/>
          </p:nvPr>
        </p:nvSpPr>
        <p:spPr>
          <a:xfrm>
            <a:off x="1626277" y="5662545"/>
            <a:ext cx="13525392" cy="9244945"/>
          </a:xfrm>
          <a:prstGeom prst="rect">
            <a:avLst/>
          </a:prstGeom>
        </p:spPr>
        <p:txBody>
          <a:bodyPr/>
          <a:lstStyle>
            <a:lvl1pPr marL="0" indent="0">
              <a:buNone/>
              <a:defRPr sz="7992">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46" name="Text Placeholder 45">
            <a:extLst>
              <a:ext uri="{FF2B5EF4-FFF2-40B4-BE49-F238E27FC236}">
                <a16:creationId xmlns:a16="http://schemas.microsoft.com/office/drawing/2014/main" id="{F2D35F21-531F-9E41-9182-5E3EEF79768A}"/>
              </a:ext>
            </a:extLst>
          </p:cNvPr>
          <p:cNvSpPr>
            <a:spLocks noGrp="1"/>
          </p:cNvSpPr>
          <p:nvPr>
            <p:ph type="body" sz="quarter" idx="14" hasCustomPrompt="1"/>
          </p:nvPr>
        </p:nvSpPr>
        <p:spPr>
          <a:xfrm>
            <a:off x="1565916" y="3708394"/>
            <a:ext cx="13354836" cy="880371"/>
          </a:xfrm>
          <a:prstGeom prst="rect">
            <a:avLst/>
          </a:prstGeom>
        </p:spPr>
        <p:txBody>
          <a:bodyPr>
            <a:normAutofit/>
          </a:bodyPr>
          <a:lstStyle>
            <a:lvl1pPr marL="0" indent="0">
              <a:buNone/>
              <a:defRPr sz="4320">
                <a:solidFill>
                  <a:schemeClr val="bg1"/>
                </a:solidFill>
                <a:latin typeface="Lato" panose="020F0502020204030203" pitchFamily="34" charset="0"/>
                <a:ea typeface="Lato" panose="020F0502020204030203" pitchFamily="34" charset="0"/>
                <a:cs typeface="Lato" panose="020F0502020204030203" pitchFamily="34" charset="0"/>
              </a:defRPr>
            </a:lvl1pPr>
            <a:lvl2pPr marL="1645260" indent="0">
              <a:buNone/>
              <a:defRPr/>
            </a:lvl2pPr>
            <a:lvl3pPr marL="3290520" indent="0">
              <a:buNone/>
              <a:defRPr/>
            </a:lvl3pPr>
            <a:lvl4pPr marL="4935780" indent="0">
              <a:buNone/>
              <a:defRPr/>
            </a:lvl4pPr>
            <a:lvl5pPr marL="6581052" indent="0">
              <a:buNone/>
              <a:defRPr/>
            </a:lvl5pPr>
          </a:lstStyle>
          <a:p>
            <a:pPr lvl="0"/>
            <a:r>
              <a:rPr lang="en-US"/>
              <a:t>Sponsored by: “Sponsor Name”</a:t>
            </a:r>
          </a:p>
        </p:txBody>
      </p:sp>
      <p:sp>
        <p:nvSpPr>
          <p:cNvPr id="61" name="Text Placeholder 60">
            <a:extLst>
              <a:ext uri="{FF2B5EF4-FFF2-40B4-BE49-F238E27FC236}">
                <a16:creationId xmlns:a16="http://schemas.microsoft.com/office/drawing/2014/main" id="{2729113F-AAA2-B64A-B331-A1D65EEB8737}"/>
              </a:ext>
            </a:extLst>
          </p:cNvPr>
          <p:cNvSpPr>
            <a:spLocks noGrp="1"/>
          </p:cNvSpPr>
          <p:nvPr>
            <p:ph type="body" sz="quarter" idx="25" hasCustomPrompt="1"/>
          </p:nvPr>
        </p:nvSpPr>
        <p:spPr>
          <a:xfrm>
            <a:off x="15486486" y="478769"/>
            <a:ext cx="6343656" cy="724747"/>
          </a:xfrm>
          <a:prstGeom prst="rect">
            <a:avLst/>
          </a:prstGeom>
        </p:spPr>
        <p:txBody>
          <a:bodyPr>
            <a:noAutofit/>
          </a:bodyPr>
          <a:lstStyle>
            <a:lvl1pPr marL="0" indent="0">
              <a:buNone/>
              <a:defRPr sz="4320">
                <a:solidFill>
                  <a:schemeClr val="bg1"/>
                </a:solidFill>
                <a:latin typeface="Lato" panose="020F0502020204030203" pitchFamily="34" charset="0"/>
                <a:ea typeface="Lato" panose="020F0502020204030203" pitchFamily="34" charset="0"/>
                <a:cs typeface="Lato" panose="020F0502020204030203" pitchFamily="34" charset="0"/>
              </a:defRPr>
            </a:lvl1pPr>
            <a:lvl4pPr marL="4935780" indent="0">
              <a:buNone/>
              <a:defRPr/>
            </a:lvl4pPr>
          </a:lstStyle>
          <a:p>
            <a:pPr lvl="0"/>
            <a:r>
              <a:rPr lang="en-US" dirty="0"/>
              <a:t>Team Members</a:t>
            </a:r>
          </a:p>
        </p:txBody>
      </p:sp>
      <p:sp>
        <p:nvSpPr>
          <p:cNvPr id="62" name="Text Placeholder 60">
            <a:extLst>
              <a:ext uri="{FF2B5EF4-FFF2-40B4-BE49-F238E27FC236}">
                <a16:creationId xmlns:a16="http://schemas.microsoft.com/office/drawing/2014/main" id="{BEB75649-4DD7-F046-88EB-2BA1E2EAED57}"/>
              </a:ext>
            </a:extLst>
          </p:cNvPr>
          <p:cNvSpPr>
            <a:spLocks noGrp="1"/>
          </p:cNvSpPr>
          <p:nvPr>
            <p:ph type="body" sz="quarter" idx="26" hasCustomPrompt="1"/>
          </p:nvPr>
        </p:nvSpPr>
        <p:spPr>
          <a:xfrm>
            <a:off x="15486486" y="1515407"/>
            <a:ext cx="6343656" cy="3073358"/>
          </a:xfrm>
          <a:prstGeom prst="rect">
            <a:avLst/>
          </a:prstGeom>
        </p:spPr>
        <p:txBody>
          <a:bodyPr>
            <a:noAutofit/>
          </a:bodyPr>
          <a:lstStyle>
            <a:lvl1pPr marL="0" indent="0">
              <a:buNone/>
              <a:defRPr sz="3240">
                <a:solidFill>
                  <a:schemeClr val="bg1"/>
                </a:solidFill>
                <a:latin typeface="Lato" panose="020F0502020204030203" pitchFamily="34" charset="0"/>
                <a:ea typeface="Lato" panose="020F0502020204030203" pitchFamily="34" charset="0"/>
                <a:cs typeface="Lato" panose="020F0502020204030203" pitchFamily="34" charset="0"/>
              </a:defRPr>
            </a:lvl1pPr>
            <a:lvl4pPr marL="4935780" indent="0">
              <a:buNone/>
              <a:defRPr/>
            </a:lvl4pPr>
          </a:lstStyle>
          <a:p>
            <a:pPr lvl="0"/>
            <a:r>
              <a:rPr lang="en-US"/>
              <a:t>Fourth level</a:t>
            </a:r>
          </a:p>
        </p:txBody>
      </p:sp>
      <p:sp>
        <p:nvSpPr>
          <p:cNvPr id="63" name="Text Placeholder 60">
            <a:extLst>
              <a:ext uri="{FF2B5EF4-FFF2-40B4-BE49-F238E27FC236}">
                <a16:creationId xmlns:a16="http://schemas.microsoft.com/office/drawing/2014/main" id="{FD0DDE48-2F60-CC4A-970A-CE26C06F5647}"/>
              </a:ext>
            </a:extLst>
          </p:cNvPr>
          <p:cNvSpPr>
            <a:spLocks noGrp="1"/>
          </p:cNvSpPr>
          <p:nvPr>
            <p:ph type="body" sz="quarter" idx="27" hasCustomPrompt="1"/>
          </p:nvPr>
        </p:nvSpPr>
        <p:spPr>
          <a:xfrm>
            <a:off x="22287314" y="478769"/>
            <a:ext cx="9597415" cy="846354"/>
          </a:xfrm>
          <a:prstGeom prst="rect">
            <a:avLst/>
          </a:prstGeom>
        </p:spPr>
        <p:txBody>
          <a:bodyPr>
            <a:noAutofit/>
          </a:bodyPr>
          <a:lstStyle>
            <a:lvl1pPr marL="0" indent="0" algn="l">
              <a:buNone/>
              <a:defRPr sz="4320">
                <a:solidFill>
                  <a:schemeClr val="bg1"/>
                </a:solidFill>
                <a:latin typeface="Lato" panose="020F0502020204030203" pitchFamily="34" charset="0"/>
                <a:ea typeface="Lato" panose="020F0502020204030203" pitchFamily="34" charset="0"/>
                <a:cs typeface="Lato" panose="020F0502020204030203" pitchFamily="34" charset="0"/>
              </a:defRPr>
            </a:lvl1pPr>
            <a:lvl4pPr marL="4935780" indent="0">
              <a:buNone/>
              <a:defRPr/>
            </a:lvl4pPr>
          </a:lstStyle>
          <a:p>
            <a:pPr algn="l"/>
            <a:r>
              <a:rPr lang="en-US" sz="4320" dirty="0">
                <a:latin typeface="Lato" panose="020F0502020204030203" pitchFamily="34" charset="0"/>
                <a:ea typeface="Lato" panose="020F0502020204030203" pitchFamily="34" charset="0"/>
                <a:cs typeface="Lato" panose="020F0502020204030203" pitchFamily="34" charset="0"/>
              </a:rPr>
              <a:t>Faculty Course Coordinator</a:t>
            </a:r>
            <a:endParaRPr lang="en-US" sz="1440" dirty="0">
              <a:effectLst/>
              <a:latin typeface="Lato" panose="020F0502020204030203" pitchFamily="34" charset="0"/>
              <a:ea typeface="Lato" panose="020F0502020204030203" pitchFamily="34" charset="0"/>
              <a:cs typeface="Lato" panose="020F0502020204030203" pitchFamily="34" charset="0"/>
            </a:endParaRPr>
          </a:p>
        </p:txBody>
      </p:sp>
      <p:sp>
        <p:nvSpPr>
          <p:cNvPr id="64" name="Text Placeholder 60">
            <a:extLst>
              <a:ext uri="{FF2B5EF4-FFF2-40B4-BE49-F238E27FC236}">
                <a16:creationId xmlns:a16="http://schemas.microsoft.com/office/drawing/2014/main" id="{85DEC6BF-FE18-B443-8C1F-21542A9E89A8}"/>
              </a:ext>
            </a:extLst>
          </p:cNvPr>
          <p:cNvSpPr>
            <a:spLocks noGrp="1"/>
          </p:cNvSpPr>
          <p:nvPr>
            <p:ph type="body" sz="quarter" idx="28" hasCustomPrompt="1"/>
          </p:nvPr>
        </p:nvSpPr>
        <p:spPr>
          <a:xfrm>
            <a:off x="22287315" y="1547682"/>
            <a:ext cx="6343656" cy="663817"/>
          </a:xfrm>
          <a:prstGeom prst="rect">
            <a:avLst/>
          </a:prstGeom>
        </p:spPr>
        <p:txBody>
          <a:bodyPr>
            <a:noAutofit/>
          </a:bodyPr>
          <a:lstStyle>
            <a:lvl1pPr marL="0" indent="0">
              <a:buNone/>
              <a:defRPr sz="3240">
                <a:solidFill>
                  <a:schemeClr val="bg1"/>
                </a:solidFill>
                <a:latin typeface="Lato" panose="020F0502020204030203" pitchFamily="34" charset="0"/>
                <a:ea typeface="Lato" panose="020F0502020204030203" pitchFamily="34" charset="0"/>
                <a:cs typeface="Lato" panose="020F0502020204030203" pitchFamily="34" charset="0"/>
              </a:defRPr>
            </a:lvl1pPr>
            <a:lvl4pPr marL="4935780" indent="0">
              <a:buNone/>
              <a:defRPr/>
            </a:lvl4pPr>
          </a:lstStyle>
          <a:p>
            <a:pPr lvl="0"/>
            <a:r>
              <a:rPr lang="en-US"/>
              <a:t>Fourth level</a:t>
            </a:r>
          </a:p>
        </p:txBody>
      </p:sp>
      <p:sp>
        <p:nvSpPr>
          <p:cNvPr id="70" name="Text Placeholder 49">
            <a:extLst>
              <a:ext uri="{FF2B5EF4-FFF2-40B4-BE49-F238E27FC236}">
                <a16:creationId xmlns:a16="http://schemas.microsoft.com/office/drawing/2014/main" id="{32B0986E-F1A6-CA45-80F0-27B2926228BB}"/>
              </a:ext>
            </a:extLst>
          </p:cNvPr>
          <p:cNvSpPr>
            <a:spLocks noGrp="1"/>
          </p:cNvSpPr>
          <p:nvPr>
            <p:ph type="body" sz="quarter" idx="32"/>
          </p:nvPr>
        </p:nvSpPr>
        <p:spPr>
          <a:xfrm>
            <a:off x="30606807" y="7223116"/>
            <a:ext cx="12315828" cy="6370320"/>
          </a:xfrm>
          <a:prstGeom prst="rect">
            <a:avLst/>
          </a:prstGeom>
        </p:spPr>
        <p:txBody>
          <a:bodyPr/>
          <a:lstStyle>
            <a:lvl1pPr marL="0" indent="0">
              <a:buNone/>
              <a:defRPr sz="4320" b="0">
                <a:latin typeface="Lato" panose="020F0502020204030203" pitchFamily="34" charset="0"/>
                <a:ea typeface="Lato" panose="020F0502020204030203" pitchFamily="34" charset="0"/>
                <a:cs typeface="Lato" panose="020F0502020204030203" pitchFamily="34" charset="0"/>
              </a:defRPr>
            </a:lvl1pPr>
            <a:lvl2pPr marL="1645260" indent="0">
              <a:buNone/>
              <a:defRPr/>
            </a:lvl2pPr>
            <a:lvl3pPr marL="3290520" indent="0">
              <a:buNone/>
              <a:defRPr/>
            </a:lvl3pPr>
            <a:lvl4pPr marL="4935780" indent="0">
              <a:buNone/>
              <a:defRPr/>
            </a:lvl4pPr>
          </a:lstStyle>
          <a:p>
            <a:pPr lvl="0"/>
            <a:r>
              <a:rPr lang="en-US"/>
              <a:t>Click to edit Master text styles</a:t>
            </a:r>
          </a:p>
        </p:txBody>
      </p:sp>
      <p:sp>
        <p:nvSpPr>
          <p:cNvPr id="71" name="Text Placeholder 49">
            <a:extLst>
              <a:ext uri="{FF2B5EF4-FFF2-40B4-BE49-F238E27FC236}">
                <a16:creationId xmlns:a16="http://schemas.microsoft.com/office/drawing/2014/main" id="{4D8FC75B-21BD-2F4B-8AD0-F27275D1936C}"/>
              </a:ext>
            </a:extLst>
          </p:cNvPr>
          <p:cNvSpPr>
            <a:spLocks noGrp="1"/>
          </p:cNvSpPr>
          <p:nvPr>
            <p:ph type="body" sz="quarter" idx="33"/>
          </p:nvPr>
        </p:nvSpPr>
        <p:spPr>
          <a:xfrm>
            <a:off x="30606807" y="5662546"/>
            <a:ext cx="12315828" cy="1216404"/>
          </a:xfrm>
          <a:prstGeom prst="rect">
            <a:avLst/>
          </a:prstGeom>
        </p:spPr>
        <p:txBody>
          <a:bodyPr>
            <a:noAutofit/>
          </a:bodyPr>
          <a:lstStyle>
            <a:lvl1pPr marL="0" indent="0">
              <a:buNone/>
              <a:defRPr sz="5040" b="1">
                <a:latin typeface="Lato" panose="020F0502020204030203" pitchFamily="34" charset="0"/>
                <a:ea typeface="Lato" panose="020F0502020204030203" pitchFamily="34" charset="0"/>
                <a:cs typeface="Lato" panose="020F0502020204030203" pitchFamily="34" charset="0"/>
              </a:defRPr>
            </a:lvl1pPr>
            <a:lvl2pPr marL="1645260" indent="0">
              <a:buNone/>
              <a:defRPr/>
            </a:lvl2pPr>
            <a:lvl3pPr marL="3290520" indent="0">
              <a:buNone/>
              <a:defRPr/>
            </a:lvl3pPr>
            <a:lvl4pPr marL="4935780" indent="0">
              <a:buNone/>
              <a:defRPr/>
            </a:lvl4pPr>
          </a:lstStyle>
          <a:p>
            <a:pPr lvl="0"/>
            <a:r>
              <a:rPr lang="en-US"/>
              <a:t>Click to edit Master text styles</a:t>
            </a:r>
          </a:p>
        </p:txBody>
      </p:sp>
      <p:sp>
        <p:nvSpPr>
          <p:cNvPr id="72" name="Text Placeholder 49">
            <a:extLst>
              <a:ext uri="{FF2B5EF4-FFF2-40B4-BE49-F238E27FC236}">
                <a16:creationId xmlns:a16="http://schemas.microsoft.com/office/drawing/2014/main" id="{F95C967C-9609-5248-B209-ED38DDE9587E}"/>
              </a:ext>
            </a:extLst>
          </p:cNvPr>
          <p:cNvSpPr>
            <a:spLocks noGrp="1"/>
          </p:cNvSpPr>
          <p:nvPr>
            <p:ph type="body" sz="quarter" idx="34"/>
          </p:nvPr>
        </p:nvSpPr>
        <p:spPr>
          <a:xfrm>
            <a:off x="30606807" y="16184500"/>
            <a:ext cx="12315828" cy="5884719"/>
          </a:xfrm>
          <a:prstGeom prst="rect">
            <a:avLst/>
          </a:prstGeom>
        </p:spPr>
        <p:txBody>
          <a:bodyPr/>
          <a:lstStyle>
            <a:lvl1pPr marL="0" indent="0">
              <a:buNone/>
              <a:defRPr sz="4320" b="0">
                <a:latin typeface="Lato" panose="020F0502020204030203" pitchFamily="34" charset="0"/>
                <a:ea typeface="Lato" panose="020F0502020204030203" pitchFamily="34" charset="0"/>
                <a:cs typeface="Lato" panose="020F0502020204030203" pitchFamily="34" charset="0"/>
              </a:defRPr>
            </a:lvl1pPr>
            <a:lvl2pPr marL="1645260" indent="0">
              <a:buNone/>
              <a:defRPr/>
            </a:lvl2pPr>
            <a:lvl3pPr marL="3290520" indent="0">
              <a:buNone/>
              <a:defRPr/>
            </a:lvl3pPr>
            <a:lvl4pPr marL="4935780" indent="0">
              <a:buNone/>
              <a:defRPr/>
            </a:lvl4pPr>
          </a:lstStyle>
          <a:p>
            <a:pPr lvl="0"/>
            <a:r>
              <a:rPr lang="en-US"/>
              <a:t>Click to edit Master text styles</a:t>
            </a:r>
          </a:p>
        </p:txBody>
      </p:sp>
      <p:sp>
        <p:nvSpPr>
          <p:cNvPr id="73" name="Text Placeholder 49">
            <a:extLst>
              <a:ext uri="{FF2B5EF4-FFF2-40B4-BE49-F238E27FC236}">
                <a16:creationId xmlns:a16="http://schemas.microsoft.com/office/drawing/2014/main" id="{AAD304A9-24A5-1C4A-A127-E85D160A85A1}"/>
              </a:ext>
            </a:extLst>
          </p:cNvPr>
          <p:cNvSpPr>
            <a:spLocks noGrp="1"/>
          </p:cNvSpPr>
          <p:nvPr>
            <p:ph type="body" sz="quarter" idx="35"/>
          </p:nvPr>
        </p:nvSpPr>
        <p:spPr>
          <a:xfrm>
            <a:off x="30606807" y="14280766"/>
            <a:ext cx="12315828" cy="1216404"/>
          </a:xfrm>
          <a:prstGeom prst="rect">
            <a:avLst/>
          </a:prstGeom>
        </p:spPr>
        <p:txBody>
          <a:bodyPr>
            <a:noAutofit/>
          </a:bodyPr>
          <a:lstStyle>
            <a:lvl1pPr marL="0" indent="0">
              <a:buNone/>
              <a:defRPr sz="5040" b="1">
                <a:latin typeface="Lato" panose="020F0502020204030203" pitchFamily="34" charset="0"/>
                <a:ea typeface="Lato" panose="020F0502020204030203" pitchFamily="34" charset="0"/>
                <a:cs typeface="Lato" panose="020F0502020204030203" pitchFamily="34" charset="0"/>
              </a:defRPr>
            </a:lvl1pPr>
            <a:lvl2pPr marL="1645260" indent="0">
              <a:buNone/>
              <a:defRPr/>
            </a:lvl2pPr>
            <a:lvl3pPr marL="3290520" indent="0">
              <a:buNone/>
              <a:defRPr/>
            </a:lvl3pPr>
            <a:lvl4pPr marL="4935780" indent="0">
              <a:buNone/>
              <a:defRPr/>
            </a:lvl4pPr>
          </a:lstStyle>
          <a:p>
            <a:pPr lvl="0"/>
            <a:r>
              <a:rPr lang="en-US"/>
              <a:t>Click to edit Master text styles</a:t>
            </a:r>
          </a:p>
        </p:txBody>
      </p:sp>
      <p:sp>
        <p:nvSpPr>
          <p:cNvPr id="76" name="Text Placeholder 60">
            <a:extLst>
              <a:ext uri="{FF2B5EF4-FFF2-40B4-BE49-F238E27FC236}">
                <a16:creationId xmlns:a16="http://schemas.microsoft.com/office/drawing/2014/main" id="{20CC3331-724C-2445-B60D-AE80F1B97B15}"/>
              </a:ext>
            </a:extLst>
          </p:cNvPr>
          <p:cNvSpPr>
            <a:spLocks noGrp="1"/>
          </p:cNvSpPr>
          <p:nvPr>
            <p:ph type="body" sz="quarter" idx="38" hasCustomPrompt="1"/>
          </p:nvPr>
        </p:nvSpPr>
        <p:spPr>
          <a:xfrm>
            <a:off x="1565922" y="2460489"/>
            <a:ext cx="13354836" cy="880371"/>
          </a:xfrm>
          <a:prstGeom prst="rect">
            <a:avLst/>
          </a:prstGeom>
        </p:spPr>
        <p:txBody>
          <a:bodyPr>
            <a:noAutofit/>
          </a:bodyPr>
          <a:lstStyle>
            <a:lvl1pPr marL="0" indent="0">
              <a:buNone/>
              <a:defRPr sz="4320">
                <a:solidFill>
                  <a:schemeClr val="bg1"/>
                </a:solidFill>
                <a:latin typeface="Lato" panose="020F0502020204030203" pitchFamily="34" charset="0"/>
                <a:ea typeface="Lato" panose="020F0502020204030203" pitchFamily="34" charset="0"/>
                <a:cs typeface="Lato" panose="020F0502020204030203" pitchFamily="34" charset="0"/>
              </a:defRPr>
            </a:lvl1pPr>
            <a:lvl4pPr marL="4935780" indent="0">
              <a:buNone/>
              <a:defRPr/>
            </a:lvl4pPr>
          </a:lstStyle>
          <a:p>
            <a:pPr lvl="0"/>
            <a:r>
              <a:rPr lang="en-US"/>
              <a:t>“Department Name”</a:t>
            </a:r>
          </a:p>
        </p:txBody>
      </p:sp>
      <p:sp>
        <p:nvSpPr>
          <p:cNvPr id="77" name="Text Placeholder 49">
            <a:extLst>
              <a:ext uri="{FF2B5EF4-FFF2-40B4-BE49-F238E27FC236}">
                <a16:creationId xmlns:a16="http://schemas.microsoft.com/office/drawing/2014/main" id="{8ED906C8-791C-8B47-A246-A337F89E3FC0}"/>
              </a:ext>
            </a:extLst>
          </p:cNvPr>
          <p:cNvSpPr>
            <a:spLocks noGrp="1"/>
          </p:cNvSpPr>
          <p:nvPr>
            <p:ph type="body" sz="quarter" idx="39" hasCustomPrompt="1"/>
          </p:nvPr>
        </p:nvSpPr>
        <p:spPr>
          <a:xfrm>
            <a:off x="30066870" y="3445468"/>
            <a:ext cx="6883593" cy="899718"/>
          </a:xfrm>
          <a:prstGeom prst="rect">
            <a:avLst/>
          </a:prstGeom>
        </p:spPr>
        <p:txBody>
          <a:bodyPr>
            <a:noAutofit/>
          </a:bodyPr>
          <a:lstStyle>
            <a:lvl1pPr marL="0" indent="0" algn="r">
              <a:buNone/>
              <a:defRPr sz="8640" b="1" i="0">
                <a:solidFill>
                  <a:schemeClr val="bg1"/>
                </a:solidFill>
                <a:latin typeface="Lato" panose="020F0502020204030203" pitchFamily="34" charset="0"/>
                <a:ea typeface="Lato" panose="020F0502020204030203" pitchFamily="34" charset="0"/>
                <a:cs typeface="Lato" panose="020F0502020204030203" pitchFamily="34" charset="0"/>
              </a:defRPr>
            </a:lvl1pPr>
            <a:lvl2pPr marL="1645260" indent="0">
              <a:buNone/>
              <a:defRPr/>
            </a:lvl2pPr>
            <a:lvl3pPr marL="3290520" indent="0">
              <a:buNone/>
              <a:defRPr/>
            </a:lvl3pPr>
            <a:lvl4pPr marL="4935780" indent="0">
              <a:buNone/>
              <a:defRPr/>
            </a:lvl4pPr>
          </a:lstStyle>
          <a:p>
            <a:pPr lvl="0"/>
            <a:r>
              <a:rPr lang="en-US" dirty="0"/>
              <a:t>Project #</a:t>
            </a:r>
          </a:p>
        </p:txBody>
      </p:sp>
      <p:sp>
        <p:nvSpPr>
          <p:cNvPr id="78" name="Text Placeholder 49">
            <a:extLst>
              <a:ext uri="{FF2B5EF4-FFF2-40B4-BE49-F238E27FC236}">
                <a16:creationId xmlns:a16="http://schemas.microsoft.com/office/drawing/2014/main" id="{B096D7A1-D184-034D-9319-BCC9D88D14A0}"/>
              </a:ext>
            </a:extLst>
          </p:cNvPr>
          <p:cNvSpPr>
            <a:spLocks noGrp="1"/>
          </p:cNvSpPr>
          <p:nvPr>
            <p:ph type="body" sz="quarter" idx="40" hasCustomPrompt="1"/>
          </p:nvPr>
        </p:nvSpPr>
        <p:spPr>
          <a:xfrm>
            <a:off x="1565921" y="478769"/>
            <a:ext cx="13354831" cy="1637646"/>
          </a:xfrm>
          <a:prstGeom prst="rect">
            <a:avLst/>
          </a:prstGeom>
        </p:spPr>
        <p:txBody>
          <a:bodyPr>
            <a:noAutofit/>
          </a:bodyPr>
          <a:lstStyle>
            <a:lvl1pPr marL="0" indent="0" algn="l">
              <a:buNone/>
              <a:defRPr sz="5760" b="1" i="0">
                <a:solidFill>
                  <a:schemeClr val="bg1"/>
                </a:solidFill>
                <a:latin typeface="Lato" panose="020F0502020204030203" pitchFamily="34" charset="0"/>
                <a:ea typeface="Lato" panose="020F0502020204030203" pitchFamily="34" charset="0"/>
                <a:cs typeface="Lato" panose="020F0502020204030203" pitchFamily="34" charset="0"/>
              </a:defRPr>
            </a:lvl1pPr>
            <a:lvl2pPr marL="1645260" indent="0">
              <a:buNone/>
              <a:defRPr/>
            </a:lvl2pPr>
            <a:lvl3pPr marL="3290520" indent="0">
              <a:buNone/>
              <a:defRPr/>
            </a:lvl3pPr>
            <a:lvl4pPr marL="4935780" indent="0">
              <a:buNone/>
              <a:defRPr/>
            </a:lvl4pPr>
          </a:lstStyle>
          <a:p>
            <a:pPr lvl="0"/>
            <a:r>
              <a:rPr lang="en-US" dirty="0"/>
              <a:t>Project Title</a:t>
            </a:r>
          </a:p>
        </p:txBody>
      </p:sp>
      <p:sp>
        <p:nvSpPr>
          <p:cNvPr id="7" name="TextBox 6">
            <a:extLst>
              <a:ext uri="{FF2B5EF4-FFF2-40B4-BE49-F238E27FC236}">
                <a16:creationId xmlns:a16="http://schemas.microsoft.com/office/drawing/2014/main" id="{8354ACB0-71E3-7885-3344-FFDD65703BCA}"/>
              </a:ext>
            </a:extLst>
          </p:cNvPr>
          <p:cNvSpPr txBox="1"/>
          <p:nvPr userDrawn="1"/>
        </p:nvSpPr>
        <p:spPr>
          <a:xfrm>
            <a:off x="3048006" y="2189022"/>
            <a:ext cx="184731" cy="276999"/>
          </a:xfrm>
          <a:prstGeom prst="rect">
            <a:avLst/>
          </a:prstGeom>
          <a:noFill/>
        </p:spPr>
        <p:txBody>
          <a:bodyPr wrap="none" rtlCol="0">
            <a:spAutoFit/>
          </a:bodyPr>
          <a:lstStyle/>
          <a:p>
            <a:endParaRPr lang="en-US" sz="1200">
              <a:latin typeface="Lato" panose="020F0502020204030203" pitchFamily="34" charset="0"/>
              <a:ea typeface="Lato" panose="020F0502020204030203" pitchFamily="34" charset="0"/>
              <a:cs typeface="Lato" panose="020F0502020204030203" pitchFamily="34" charset="0"/>
            </a:endParaRPr>
          </a:p>
        </p:txBody>
      </p:sp>
      <p:sp>
        <p:nvSpPr>
          <p:cNvPr id="2" name="Text Placeholder 60">
            <a:extLst>
              <a:ext uri="{FF2B5EF4-FFF2-40B4-BE49-F238E27FC236}">
                <a16:creationId xmlns:a16="http://schemas.microsoft.com/office/drawing/2014/main" id="{D7CB1472-F4DC-F228-9B53-1FD03C0FA970}"/>
              </a:ext>
            </a:extLst>
          </p:cNvPr>
          <p:cNvSpPr>
            <a:spLocks noGrp="1"/>
          </p:cNvSpPr>
          <p:nvPr>
            <p:ph type="body" sz="quarter" idx="41" hasCustomPrompt="1"/>
          </p:nvPr>
        </p:nvSpPr>
        <p:spPr>
          <a:xfrm>
            <a:off x="22287314" y="2555665"/>
            <a:ext cx="7444541" cy="785195"/>
          </a:xfrm>
          <a:prstGeom prst="rect">
            <a:avLst/>
          </a:prstGeom>
        </p:spPr>
        <p:txBody>
          <a:bodyPr>
            <a:noAutofit/>
          </a:bodyPr>
          <a:lstStyle>
            <a:lvl1pPr marL="0" indent="0" algn="l">
              <a:buNone/>
              <a:defRPr sz="4320">
                <a:solidFill>
                  <a:schemeClr val="bg1"/>
                </a:solidFill>
                <a:latin typeface="Lato" panose="020F0502020204030203" pitchFamily="34" charset="0"/>
                <a:ea typeface="Lato" panose="020F0502020204030203" pitchFamily="34" charset="0"/>
                <a:cs typeface="Lato" panose="020F0502020204030203" pitchFamily="34" charset="0"/>
              </a:defRPr>
            </a:lvl1pPr>
            <a:lvl4pPr marL="4935780" indent="0">
              <a:buNone/>
              <a:defRPr/>
            </a:lvl4pPr>
          </a:lstStyle>
          <a:p>
            <a:pPr algn="l"/>
            <a:r>
              <a:rPr lang="en-US" sz="4320" dirty="0">
                <a:solidFill>
                  <a:schemeClr val="bg1"/>
                </a:solidFill>
                <a:latin typeface="Lato" panose="020F0502020204030203" pitchFamily="34" charset="0"/>
                <a:ea typeface="Lato" panose="020F0502020204030203" pitchFamily="34" charset="0"/>
                <a:cs typeface="Lato" panose="020F0502020204030203" pitchFamily="34" charset="0"/>
              </a:rPr>
              <a:t>Project </a:t>
            </a:r>
            <a:r>
              <a:rPr lang="en-US" sz="4320" dirty="0">
                <a:latin typeface="Lato" panose="020F0502020204030203" pitchFamily="34" charset="0"/>
                <a:ea typeface="Lato" panose="020F0502020204030203" pitchFamily="34" charset="0"/>
                <a:cs typeface="Lato" panose="020F0502020204030203" pitchFamily="34" charset="0"/>
              </a:rPr>
              <a:t>Advisor</a:t>
            </a:r>
            <a:endParaRPr lang="en-US" sz="1440"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3" name="Text Placeholder 60">
            <a:extLst>
              <a:ext uri="{FF2B5EF4-FFF2-40B4-BE49-F238E27FC236}">
                <a16:creationId xmlns:a16="http://schemas.microsoft.com/office/drawing/2014/main" id="{5D5C94C0-E910-93B4-C5F7-B55D12238C66}"/>
              </a:ext>
            </a:extLst>
          </p:cNvPr>
          <p:cNvSpPr>
            <a:spLocks noGrp="1"/>
          </p:cNvSpPr>
          <p:nvPr>
            <p:ph type="body" sz="quarter" idx="42" hasCustomPrompt="1"/>
          </p:nvPr>
        </p:nvSpPr>
        <p:spPr>
          <a:xfrm>
            <a:off x="22287315" y="3563419"/>
            <a:ext cx="6343656" cy="663817"/>
          </a:xfrm>
          <a:prstGeom prst="rect">
            <a:avLst/>
          </a:prstGeom>
        </p:spPr>
        <p:txBody>
          <a:bodyPr>
            <a:noAutofit/>
          </a:bodyPr>
          <a:lstStyle>
            <a:lvl1pPr marL="0" indent="0">
              <a:buNone/>
              <a:defRPr sz="3240">
                <a:solidFill>
                  <a:schemeClr val="bg1"/>
                </a:solidFill>
                <a:latin typeface="Lato" panose="020F0502020204030203" pitchFamily="34" charset="0"/>
                <a:ea typeface="Lato" panose="020F0502020204030203" pitchFamily="34" charset="0"/>
                <a:cs typeface="Lato" panose="020F0502020204030203" pitchFamily="34" charset="0"/>
              </a:defRPr>
            </a:lvl1pPr>
            <a:lvl4pPr marL="4935780" indent="0">
              <a:buNone/>
              <a:defRPr/>
            </a:lvl4pPr>
          </a:lstStyle>
          <a:p>
            <a:pPr lvl="0"/>
            <a:r>
              <a:rPr lang="en-US"/>
              <a:t>Fourth level</a:t>
            </a:r>
          </a:p>
        </p:txBody>
      </p:sp>
      <p:sp>
        <p:nvSpPr>
          <p:cNvPr id="4" name="Text Placeholder 49">
            <a:extLst>
              <a:ext uri="{FF2B5EF4-FFF2-40B4-BE49-F238E27FC236}">
                <a16:creationId xmlns:a16="http://schemas.microsoft.com/office/drawing/2014/main" id="{C0C63233-0BD0-EE70-7205-51E84E8693A7}"/>
              </a:ext>
            </a:extLst>
          </p:cNvPr>
          <p:cNvSpPr>
            <a:spLocks noGrp="1"/>
          </p:cNvSpPr>
          <p:nvPr>
            <p:ph type="body" sz="quarter" idx="43"/>
          </p:nvPr>
        </p:nvSpPr>
        <p:spPr>
          <a:xfrm>
            <a:off x="30606807" y="23973955"/>
            <a:ext cx="12315828" cy="6893972"/>
          </a:xfrm>
          <a:prstGeom prst="rect">
            <a:avLst/>
          </a:prstGeom>
        </p:spPr>
        <p:txBody>
          <a:bodyPr/>
          <a:lstStyle>
            <a:lvl1pPr marL="0" indent="0">
              <a:buNone/>
              <a:defRPr sz="4320" b="0">
                <a:latin typeface="Lato" panose="020F0502020204030203" pitchFamily="34" charset="0"/>
                <a:ea typeface="Lato" panose="020F0502020204030203" pitchFamily="34" charset="0"/>
                <a:cs typeface="Lato" panose="020F0502020204030203" pitchFamily="34" charset="0"/>
              </a:defRPr>
            </a:lvl1pPr>
            <a:lvl2pPr marL="1645260" indent="0">
              <a:buNone/>
              <a:defRPr/>
            </a:lvl2pPr>
            <a:lvl3pPr marL="3290520" indent="0">
              <a:buNone/>
              <a:defRPr/>
            </a:lvl3pPr>
            <a:lvl4pPr marL="4935780" indent="0">
              <a:buNone/>
              <a:defRPr/>
            </a:lvl4pPr>
          </a:lstStyle>
          <a:p>
            <a:pPr lvl="0"/>
            <a:r>
              <a:rPr lang="en-US"/>
              <a:t>Click to edit Master text styles</a:t>
            </a:r>
          </a:p>
        </p:txBody>
      </p:sp>
      <p:sp>
        <p:nvSpPr>
          <p:cNvPr id="5" name="Text Placeholder 49">
            <a:extLst>
              <a:ext uri="{FF2B5EF4-FFF2-40B4-BE49-F238E27FC236}">
                <a16:creationId xmlns:a16="http://schemas.microsoft.com/office/drawing/2014/main" id="{98D5F640-4D05-FD86-6EF9-80B94ABB7DC9}"/>
              </a:ext>
            </a:extLst>
          </p:cNvPr>
          <p:cNvSpPr>
            <a:spLocks noGrp="1"/>
          </p:cNvSpPr>
          <p:nvPr>
            <p:ph type="body" sz="quarter" idx="44"/>
          </p:nvPr>
        </p:nvSpPr>
        <p:spPr>
          <a:xfrm>
            <a:off x="30606807" y="22413385"/>
            <a:ext cx="12315828" cy="1216404"/>
          </a:xfrm>
          <a:prstGeom prst="rect">
            <a:avLst/>
          </a:prstGeom>
        </p:spPr>
        <p:txBody>
          <a:bodyPr>
            <a:noAutofit/>
          </a:bodyPr>
          <a:lstStyle>
            <a:lvl1pPr marL="0" indent="0">
              <a:buNone/>
              <a:defRPr sz="5040" b="1">
                <a:latin typeface="Lato" panose="020F0502020204030203" pitchFamily="34" charset="0"/>
                <a:ea typeface="Lato" panose="020F0502020204030203" pitchFamily="34" charset="0"/>
                <a:cs typeface="Lato" panose="020F0502020204030203" pitchFamily="34" charset="0"/>
              </a:defRPr>
            </a:lvl1pPr>
            <a:lvl2pPr marL="1645260" indent="0">
              <a:buNone/>
              <a:defRPr/>
            </a:lvl2pPr>
            <a:lvl3pPr marL="3290520" indent="0">
              <a:buNone/>
              <a:defRPr/>
            </a:lvl3pPr>
            <a:lvl4pPr marL="4935780" indent="0">
              <a:buNone/>
              <a:defRPr/>
            </a:lvl4pPr>
          </a:lstStyle>
          <a:p>
            <a:pPr lvl="0"/>
            <a:r>
              <a:rPr lang="en-US"/>
              <a:t>Click to edit Master text styles</a:t>
            </a:r>
          </a:p>
        </p:txBody>
      </p:sp>
      <p:sp>
        <p:nvSpPr>
          <p:cNvPr id="6" name="Picture Placeholder 36">
            <a:extLst>
              <a:ext uri="{FF2B5EF4-FFF2-40B4-BE49-F238E27FC236}">
                <a16:creationId xmlns:a16="http://schemas.microsoft.com/office/drawing/2014/main" id="{3EF891AE-3014-7B8D-BC5A-C7F85CABC5B2}"/>
              </a:ext>
            </a:extLst>
          </p:cNvPr>
          <p:cNvSpPr>
            <a:spLocks noGrp="1"/>
          </p:cNvSpPr>
          <p:nvPr>
            <p:ph type="pic" sz="quarter" idx="45"/>
          </p:nvPr>
        </p:nvSpPr>
        <p:spPr>
          <a:xfrm>
            <a:off x="16116542" y="5662546"/>
            <a:ext cx="13525392" cy="9244944"/>
          </a:xfrm>
          <a:prstGeom prst="rect">
            <a:avLst/>
          </a:prstGeom>
        </p:spPr>
        <p:txBody>
          <a:bodyPr/>
          <a:lstStyle>
            <a:lvl1pPr marL="0" indent="0">
              <a:buNone/>
              <a:defRPr sz="7992">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8" name="Picture Placeholder 36">
            <a:extLst>
              <a:ext uri="{FF2B5EF4-FFF2-40B4-BE49-F238E27FC236}">
                <a16:creationId xmlns:a16="http://schemas.microsoft.com/office/drawing/2014/main" id="{B5F491EB-A441-CC19-2511-80253E62BC4C}"/>
              </a:ext>
            </a:extLst>
          </p:cNvPr>
          <p:cNvSpPr>
            <a:spLocks noGrp="1"/>
          </p:cNvSpPr>
          <p:nvPr>
            <p:ph type="pic" sz="quarter" idx="46"/>
          </p:nvPr>
        </p:nvSpPr>
        <p:spPr>
          <a:xfrm>
            <a:off x="1626277" y="15497170"/>
            <a:ext cx="13525392" cy="9965381"/>
          </a:xfrm>
          <a:prstGeom prst="rect">
            <a:avLst/>
          </a:prstGeom>
        </p:spPr>
        <p:txBody>
          <a:bodyPr/>
          <a:lstStyle>
            <a:lvl1pPr marL="0" indent="0">
              <a:buNone/>
              <a:defRPr sz="7992">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3" name="Picture Placeholder 36">
            <a:extLst>
              <a:ext uri="{FF2B5EF4-FFF2-40B4-BE49-F238E27FC236}">
                <a16:creationId xmlns:a16="http://schemas.microsoft.com/office/drawing/2014/main" id="{E5561193-5DE2-0165-4EEB-4749F6635190}"/>
              </a:ext>
            </a:extLst>
          </p:cNvPr>
          <p:cNvSpPr>
            <a:spLocks noGrp="1"/>
          </p:cNvSpPr>
          <p:nvPr>
            <p:ph type="pic" sz="quarter" idx="51"/>
          </p:nvPr>
        </p:nvSpPr>
        <p:spPr>
          <a:xfrm>
            <a:off x="16116542" y="15497170"/>
            <a:ext cx="6521785" cy="4675048"/>
          </a:xfrm>
          <a:prstGeom prst="rect">
            <a:avLst/>
          </a:prstGeom>
        </p:spPr>
        <p:txBody>
          <a:bodyPr/>
          <a:lstStyle>
            <a:lvl1pPr marL="0" indent="0">
              <a:buNone/>
              <a:defRPr sz="7992">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4" name="Picture Placeholder 36">
            <a:extLst>
              <a:ext uri="{FF2B5EF4-FFF2-40B4-BE49-F238E27FC236}">
                <a16:creationId xmlns:a16="http://schemas.microsoft.com/office/drawing/2014/main" id="{0DC11D91-B5C7-B57D-D4CF-B55B31E97A9D}"/>
              </a:ext>
            </a:extLst>
          </p:cNvPr>
          <p:cNvSpPr>
            <a:spLocks noGrp="1"/>
          </p:cNvSpPr>
          <p:nvPr>
            <p:ph type="pic" sz="quarter" idx="52"/>
          </p:nvPr>
        </p:nvSpPr>
        <p:spPr>
          <a:xfrm>
            <a:off x="23120149" y="15497170"/>
            <a:ext cx="6521785" cy="4675048"/>
          </a:xfrm>
          <a:prstGeom prst="rect">
            <a:avLst/>
          </a:prstGeom>
        </p:spPr>
        <p:txBody>
          <a:bodyPr/>
          <a:lstStyle>
            <a:lvl1pPr marL="0" indent="0">
              <a:buNone/>
              <a:defRPr sz="7992">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5" name="Picture Placeholder 36">
            <a:extLst>
              <a:ext uri="{FF2B5EF4-FFF2-40B4-BE49-F238E27FC236}">
                <a16:creationId xmlns:a16="http://schemas.microsoft.com/office/drawing/2014/main" id="{CD24241F-0660-A88F-F6E7-998381CCE253}"/>
              </a:ext>
            </a:extLst>
          </p:cNvPr>
          <p:cNvSpPr>
            <a:spLocks noGrp="1"/>
          </p:cNvSpPr>
          <p:nvPr>
            <p:ph type="pic" sz="quarter" idx="53"/>
          </p:nvPr>
        </p:nvSpPr>
        <p:spPr>
          <a:xfrm>
            <a:off x="16116542" y="20789606"/>
            <a:ext cx="6521785" cy="4675048"/>
          </a:xfrm>
          <a:prstGeom prst="rect">
            <a:avLst/>
          </a:prstGeom>
        </p:spPr>
        <p:txBody>
          <a:bodyPr/>
          <a:lstStyle>
            <a:lvl1pPr marL="0" indent="0">
              <a:buNone/>
              <a:defRPr sz="7992">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Picture Placeholder 36">
            <a:extLst>
              <a:ext uri="{FF2B5EF4-FFF2-40B4-BE49-F238E27FC236}">
                <a16:creationId xmlns:a16="http://schemas.microsoft.com/office/drawing/2014/main" id="{F6A28E6F-30E1-3F80-4D47-D6BF0E229CCE}"/>
              </a:ext>
            </a:extLst>
          </p:cNvPr>
          <p:cNvSpPr>
            <a:spLocks noGrp="1"/>
          </p:cNvSpPr>
          <p:nvPr>
            <p:ph type="pic" sz="quarter" idx="54"/>
          </p:nvPr>
        </p:nvSpPr>
        <p:spPr>
          <a:xfrm>
            <a:off x="23120149" y="20789606"/>
            <a:ext cx="6521785" cy="4675048"/>
          </a:xfrm>
          <a:prstGeom prst="rect">
            <a:avLst/>
          </a:prstGeom>
        </p:spPr>
        <p:txBody>
          <a:bodyPr/>
          <a:lstStyle>
            <a:lvl1pPr marL="0" indent="0">
              <a:buNone/>
              <a:defRPr sz="7992">
                <a:latin typeface="Lato" panose="020F0502020204030203" pitchFamily="34" charset="0"/>
                <a:ea typeface="Lato" panose="020F0502020204030203" pitchFamily="34" charset="0"/>
                <a:cs typeface="Lato" panose="020F0502020204030203" pitchFamily="34" charset="0"/>
              </a:defRPr>
            </a:lvl1pPr>
          </a:lstStyle>
          <a:p>
            <a:endParaRPr lang="en-US"/>
          </a:p>
        </p:txBody>
      </p:sp>
    </p:spTree>
    <p:extLst>
      <p:ext uri="{BB962C8B-B14F-4D97-AF65-F5344CB8AC3E}">
        <p14:creationId xmlns:p14="http://schemas.microsoft.com/office/powerpoint/2010/main" val="3417697303"/>
      </p:ext>
    </p:extLst>
  </p:cSld>
  <p:clrMapOvr>
    <a:masterClrMapping/>
  </p:clrMapOvr>
  <p:extLst>
    <p:ext uri="{DCECCB84-F9BA-43D5-87BE-67443E8EF086}">
      <p15:sldGuideLst xmlns:p15="http://schemas.microsoft.com/office/powerpoint/2012/main">
        <p15:guide id="1" orient="horz" pos="10368" userDrawn="1">
          <p15:clr>
            <a:srgbClr val="FBAE40"/>
          </p15:clr>
        </p15:guide>
        <p15:guide id="2" pos="13824"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EE3FB7E-6C35-F98F-1BF3-8754B72FB0B7}"/>
              </a:ext>
            </a:extLst>
          </p:cNvPr>
          <p:cNvSpPr>
            <a:spLocks noGrp="1" noRot="1" noMove="1" noResize="1" noEditPoints="1" noAdjustHandles="1" noChangeArrowheads="1" noChangeShapeType="1"/>
          </p:cNvSpPr>
          <p:nvPr userDrawn="1"/>
        </p:nvSpPr>
        <p:spPr>
          <a:xfrm rot="5400000">
            <a:off x="19427634" y="-19494012"/>
            <a:ext cx="5035956" cy="438912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6124"/>
          </a:p>
        </p:txBody>
      </p:sp>
      <p:pic>
        <p:nvPicPr>
          <p:cNvPr id="8" name="Picture 7">
            <a:extLst>
              <a:ext uri="{FF2B5EF4-FFF2-40B4-BE49-F238E27FC236}">
                <a16:creationId xmlns:a16="http://schemas.microsoft.com/office/drawing/2014/main" id="{CC7EAC6D-DEFE-ECDA-51F1-C6442454F33F}"/>
              </a:ext>
            </a:extLst>
          </p:cNvPr>
          <p:cNvPicPr>
            <a:picLocks noGrp="1" noRot="1" noChangeAspect="1" noMove="1" noResize="1" noEditPoints="1" noAdjustHandles="1" noChangeArrowheads="1" noChangeShapeType="1" noCrop="1"/>
          </p:cNvPicPr>
          <p:nvPr userDrawn="1"/>
        </p:nvPicPr>
        <p:blipFill>
          <a:blip r:embed="rId3"/>
          <a:srcRect/>
          <a:stretch/>
        </p:blipFill>
        <p:spPr>
          <a:xfrm>
            <a:off x="36793410" y="828720"/>
            <a:ext cx="5756916" cy="3266208"/>
          </a:xfrm>
          <a:prstGeom prst="rect">
            <a:avLst/>
          </a:prstGeom>
        </p:spPr>
      </p:pic>
      <p:sp>
        <p:nvSpPr>
          <p:cNvPr id="11" name="TextBox 10">
            <a:extLst>
              <a:ext uri="{FF2B5EF4-FFF2-40B4-BE49-F238E27FC236}">
                <a16:creationId xmlns:a16="http://schemas.microsoft.com/office/drawing/2014/main" id="{F3CC34A0-AA20-C30D-86DB-2D1525F9EB65}"/>
              </a:ext>
            </a:extLst>
          </p:cNvPr>
          <p:cNvSpPr txBox="1">
            <a:spLocks noGrp="1" noRot="1" noMove="1" noResize="1" noEditPoints="1" noAdjustHandles="1" noChangeArrowheads="1" noChangeShapeType="1"/>
          </p:cNvSpPr>
          <p:nvPr userDrawn="1"/>
        </p:nvSpPr>
        <p:spPr>
          <a:xfrm>
            <a:off x="21585382" y="31459278"/>
            <a:ext cx="20964944" cy="849976"/>
          </a:xfrm>
          <a:prstGeom prst="rect">
            <a:avLst/>
          </a:prstGeom>
          <a:noFill/>
        </p:spPr>
        <p:txBody>
          <a:bodyPr wrap="square" rtlCol="0">
            <a:spAutoFit/>
          </a:bodyPr>
          <a:lstStyle/>
          <a:p>
            <a:pPr marL="0" marR="0" lvl="0" indent="0" algn="r" defTabSz="3290520" rtl="0" eaLnBrk="1" fontAlgn="auto" latinLnBrk="0" hangingPunct="1">
              <a:lnSpc>
                <a:spcPct val="150000"/>
              </a:lnSpc>
              <a:spcBef>
                <a:spcPts val="0"/>
              </a:spcBef>
              <a:spcAft>
                <a:spcPts val="0"/>
              </a:spcAft>
              <a:buClrTx/>
              <a:buSzTx/>
              <a:buFontTx/>
              <a:buNone/>
              <a:tabLst/>
              <a:defRPr/>
            </a:pPr>
            <a:r>
              <a:rPr lang="en-US" sz="3780" b="0" i="0" u="none" strike="noStrike" cap="none" spc="2160" dirty="0">
                <a:solidFill>
                  <a:schemeClr val="bg2">
                    <a:lumMod val="75000"/>
                  </a:schemeClr>
                </a:solidFill>
                <a:effectLst/>
                <a:latin typeface="Lato" panose="020F0502020204030203" pitchFamily="34" charset="0"/>
                <a:ea typeface="Lato" panose="020F0502020204030203" pitchFamily="34" charset="0"/>
                <a:cs typeface="Lato" panose="020F0502020204030203" pitchFamily="34" charset="0"/>
                <a:sym typeface="Arial"/>
              </a:rPr>
              <a:t>SENIOR DESIGN SHOWCASE | FALL 2025</a:t>
            </a:r>
          </a:p>
        </p:txBody>
      </p:sp>
      <p:pic>
        <p:nvPicPr>
          <p:cNvPr id="6" name="Picture 5" descr="A black background with blue text&#10;&#10;Description automatically generated">
            <a:extLst>
              <a:ext uri="{FF2B5EF4-FFF2-40B4-BE49-F238E27FC236}">
                <a16:creationId xmlns:a16="http://schemas.microsoft.com/office/drawing/2014/main" id="{2FD32501-E43A-6356-0456-A00FEE09EFE0}"/>
              </a:ext>
            </a:extLst>
          </p:cNvPr>
          <p:cNvPicPr>
            <a:picLocks noGrp="1" noRot="1" noChangeAspect="1" noMove="1" noResize="1" noEditPoints="1" noAdjustHandles="1" noChangeArrowheads="1" noChangeShapeType="1" noCrop="1"/>
          </p:cNvPicPr>
          <p:nvPr userDrawn="1"/>
        </p:nvPicPr>
        <p:blipFill>
          <a:blip r:embed="rId4"/>
          <a:stretch>
            <a:fillRect/>
          </a:stretch>
        </p:blipFill>
        <p:spPr>
          <a:xfrm>
            <a:off x="1340874" y="29581334"/>
            <a:ext cx="12624508" cy="2302932"/>
          </a:xfrm>
          <a:prstGeom prst="rect">
            <a:avLst/>
          </a:prstGeom>
        </p:spPr>
      </p:pic>
    </p:spTree>
    <p:extLst>
      <p:ext uri="{BB962C8B-B14F-4D97-AF65-F5344CB8AC3E}">
        <p14:creationId xmlns:p14="http://schemas.microsoft.com/office/powerpoint/2010/main" val="1855330281"/>
      </p:ext>
    </p:extLst>
  </p:cSld>
  <p:clrMap bg1="lt1" tx1="dk1" bg2="lt2" tx2="dk2" accent1="accent1" accent2="accent2" accent3="accent3" accent4="accent4" accent5="accent5" accent6="accent6" hlink="hlink" folHlink="folHlink"/>
  <p:sldLayoutIdLst>
    <p:sldLayoutId id="2147483662" r:id="rId1"/>
  </p:sldLayoutIdLst>
  <p:txStyles>
    <p:titleStyle>
      <a:lvl1pPr algn="l" defTabSz="4387368" rtl="0" eaLnBrk="1" latinLnBrk="0" hangingPunct="1">
        <a:lnSpc>
          <a:spcPct val="90000"/>
        </a:lnSpc>
        <a:spcBef>
          <a:spcPct val="0"/>
        </a:spcBef>
        <a:buNone/>
        <a:defRPr sz="21108" kern="1200">
          <a:solidFill>
            <a:schemeClr val="tx1"/>
          </a:solidFill>
          <a:latin typeface="+mj-lt"/>
          <a:ea typeface="+mj-ea"/>
          <a:cs typeface="+mj-cs"/>
        </a:defRPr>
      </a:lvl1pPr>
    </p:titleStyle>
    <p:bodyStyle>
      <a:lvl1pPr marL="1096836" indent="-1096836" algn="l" defTabSz="4387368"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0520" indent="-1096836" algn="l" defTabSz="4387368"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4204" indent="-1096836" algn="l" defTabSz="4387368"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77888" indent="-1096836" algn="l" defTabSz="4387368"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1572" indent="-1096836" algn="l" defTabSz="4387368"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65256" indent="-1096836" algn="l" defTabSz="4387368"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58940" indent="-1096836" algn="l" defTabSz="4387368"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2612" indent="-1096836" algn="l" defTabSz="4387368"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46296" indent="-1096836" algn="l" defTabSz="4387368"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7368" rtl="0" eaLnBrk="1" latinLnBrk="0" hangingPunct="1">
        <a:defRPr sz="8640" kern="1200">
          <a:solidFill>
            <a:schemeClr val="tx1"/>
          </a:solidFill>
          <a:latin typeface="+mn-lt"/>
          <a:ea typeface="+mn-ea"/>
          <a:cs typeface="+mn-cs"/>
        </a:defRPr>
      </a:lvl1pPr>
      <a:lvl2pPr marL="2193684" algn="l" defTabSz="4387368" rtl="0" eaLnBrk="1" latinLnBrk="0" hangingPunct="1">
        <a:defRPr sz="8640" kern="1200">
          <a:solidFill>
            <a:schemeClr val="tx1"/>
          </a:solidFill>
          <a:latin typeface="+mn-lt"/>
          <a:ea typeface="+mn-ea"/>
          <a:cs typeface="+mn-cs"/>
        </a:defRPr>
      </a:lvl2pPr>
      <a:lvl3pPr marL="4387368" algn="l" defTabSz="4387368" rtl="0" eaLnBrk="1" latinLnBrk="0" hangingPunct="1">
        <a:defRPr sz="8640" kern="1200">
          <a:solidFill>
            <a:schemeClr val="tx1"/>
          </a:solidFill>
          <a:latin typeface="+mn-lt"/>
          <a:ea typeface="+mn-ea"/>
          <a:cs typeface="+mn-cs"/>
        </a:defRPr>
      </a:lvl3pPr>
      <a:lvl4pPr marL="6581052" algn="l" defTabSz="4387368" rtl="0" eaLnBrk="1" latinLnBrk="0" hangingPunct="1">
        <a:defRPr sz="8640" kern="1200">
          <a:solidFill>
            <a:schemeClr val="tx1"/>
          </a:solidFill>
          <a:latin typeface="+mn-lt"/>
          <a:ea typeface="+mn-ea"/>
          <a:cs typeface="+mn-cs"/>
        </a:defRPr>
      </a:lvl4pPr>
      <a:lvl5pPr marL="8774724" algn="l" defTabSz="4387368" rtl="0" eaLnBrk="1" latinLnBrk="0" hangingPunct="1">
        <a:defRPr sz="8640" kern="1200">
          <a:solidFill>
            <a:schemeClr val="tx1"/>
          </a:solidFill>
          <a:latin typeface="+mn-lt"/>
          <a:ea typeface="+mn-ea"/>
          <a:cs typeface="+mn-cs"/>
        </a:defRPr>
      </a:lvl5pPr>
      <a:lvl6pPr marL="10968408" algn="l" defTabSz="4387368" rtl="0" eaLnBrk="1" latinLnBrk="0" hangingPunct="1">
        <a:defRPr sz="8640" kern="1200">
          <a:solidFill>
            <a:schemeClr val="tx1"/>
          </a:solidFill>
          <a:latin typeface="+mn-lt"/>
          <a:ea typeface="+mn-ea"/>
          <a:cs typeface="+mn-cs"/>
        </a:defRPr>
      </a:lvl6pPr>
      <a:lvl7pPr marL="13162092" algn="l" defTabSz="4387368" rtl="0" eaLnBrk="1" latinLnBrk="0" hangingPunct="1">
        <a:defRPr sz="8640" kern="1200">
          <a:solidFill>
            <a:schemeClr val="tx1"/>
          </a:solidFill>
          <a:latin typeface="+mn-lt"/>
          <a:ea typeface="+mn-ea"/>
          <a:cs typeface="+mn-cs"/>
        </a:defRPr>
      </a:lvl7pPr>
      <a:lvl8pPr marL="15355776" algn="l" defTabSz="4387368" rtl="0" eaLnBrk="1" latinLnBrk="0" hangingPunct="1">
        <a:defRPr sz="8640" kern="1200">
          <a:solidFill>
            <a:schemeClr val="tx1"/>
          </a:solidFill>
          <a:latin typeface="+mn-lt"/>
          <a:ea typeface="+mn-ea"/>
          <a:cs typeface="+mn-cs"/>
        </a:defRPr>
      </a:lvl8pPr>
      <a:lvl9pPr marL="17549460" algn="l" defTabSz="4387368" rtl="0" eaLnBrk="1" latinLnBrk="0" hangingPunct="1">
        <a:defRPr sz="864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368" userDrawn="1">
          <p15:clr>
            <a:srgbClr val="F26B43"/>
          </p15:clr>
        </p15:guide>
        <p15:guide id="2" pos="13824"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jpeg"/><Relationship Id="rId5" Type="http://schemas.openxmlformats.org/officeDocument/2006/relationships/image" Target="../media/image5.jpeg"/><Relationship Id="rId10" Type="http://schemas.openxmlformats.org/officeDocument/2006/relationships/image" Target="../media/image10.png"/><Relationship Id="rId4" Type="http://schemas.openxmlformats.org/officeDocument/2006/relationships/image" Target="../media/image4.jpeg"/><Relationship Id="rId9" Type="http://schemas.openxmlformats.org/officeDocument/2006/relationships/image" Target="../media/image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creenshot of a video game&#10;&#10;AI-generated content may be incorrect.">
            <a:extLst>
              <a:ext uri="{FF2B5EF4-FFF2-40B4-BE49-F238E27FC236}">
                <a16:creationId xmlns:a16="http://schemas.microsoft.com/office/drawing/2014/main" id="{CFF3A2E9-BE09-FEA8-AA01-7C870BC6A634}"/>
              </a:ext>
            </a:extLst>
          </p:cNvPr>
          <p:cNvPicPr>
            <a:picLocks noChangeAspect="1"/>
          </p:cNvPicPr>
          <p:nvPr/>
        </p:nvPicPr>
        <p:blipFill>
          <a:blip r:embed="rId3"/>
          <a:srcRect l="2752" t="1241" r="1090" b="9777"/>
          <a:stretch>
            <a:fillRect/>
          </a:stretch>
        </p:blipFill>
        <p:spPr>
          <a:xfrm>
            <a:off x="14807532" y="5885566"/>
            <a:ext cx="13709768" cy="10625380"/>
          </a:xfrm>
          <a:prstGeom prst="rect">
            <a:avLst/>
          </a:prstGeom>
          <a:ln>
            <a:solidFill>
              <a:srgbClr val="00457C"/>
            </a:solidFill>
          </a:ln>
        </p:spPr>
      </p:pic>
      <p:pic>
        <p:nvPicPr>
          <p:cNvPr id="3" name="Picture 2" descr="Blue Whale Lifespan: How Long Do Blue Whales Live? - A-Z Animals">
            <a:extLst>
              <a:ext uri="{FF2B5EF4-FFF2-40B4-BE49-F238E27FC236}">
                <a16:creationId xmlns:a16="http://schemas.microsoft.com/office/drawing/2014/main" id="{8473B5D0-6B8B-4AEB-F49C-32A90C730259}"/>
              </a:ext>
            </a:extLst>
          </p:cNvPr>
          <p:cNvPicPr>
            <a:picLocks noChangeAspect="1"/>
          </p:cNvPicPr>
          <p:nvPr/>
        </p:nvPicPr>
        <p:blipFill>
          <a:blip r:embed="rId4"/>
          <a:srcRect l="13160" t="6352" r="9471" b="943"/>
          <a:stretch>
            <a:fillRect/>
          </a:stretch>
        </p:blipFill>
        <p:spPr>
          <a:xfrm>
            <a:off x="21917858" y="16995607"/>
            <a:ext cx="6590549" cy="5290587"/>
          </a:xfrm>
          <a:prstGeom prst="rect">
            <a:avLst/>
          </a:prstGeom>
          <a:ln>
            <a:solidFill>
              <a:srgbClr val="00457C"/>
            </a:solidFill>
          </a:ln>
        </p:spPr>
      </p:pic>
      <p:pic>
        <p:nvPicPr>
          <p:cNvPr id="15" name="Picture 14" descr="North Atlantic Right Whale Baby">
            <a:extLst>
              <a:ext uri="{FF2B5EF4-FFF2-40B4-BE49-F238E27FC236}">
                <a16:creationId xmlns:a16="http://schemas.microsoft.com/office/drawing/2014/main" id="{5D203491-5DAF-8F3E-CE57-0E6A316B6B6D}"/>
              </a:ext>
            </a:extLst>
          </p:cNvPr>
          <p:cNvPicPr>
            <a:picLocks noChangeAspect="1"/>
          </p:cNvPicPr>
          <p:nvPr/>
        </p:nvPicPr>
        <p:blipFill>
          <a:blip r:embed="rId5"/>
          <a:srcRect l="4534" t="2048" r="4534" b="3072"/>
          <a:stretch>
            <a:fillRect/>
          </a:stretch>
        </p:blipFill>
        <p:spPr>
          <a:xfrm>
            <a:off x="14805413" y="17015862"/>
            <a:ext cx="6869507" cy="5280422"/>
          </a:xfrm>
          <a:prstGeom prst="rect">
            <a:avLst/>
          </a:prstGeom>
          <a:ln>
            <a:solidFill>
              <a:srgbClr val="00457C"/>
            </a:solidFill>
          </a:ln>
        </p:spPr>
      </p:pic>
      <p:pic>
        <p:nvPicPr>
          <p:cNvPr id="24" name="Picture 23" descr="About Minke Whales Stellwagen Bank Gloucester MA Whale Watch">
            <a:extLst>
              <a:ext uri="{FF2B5EF4-FFF2-40B4-BE49-F238E27FC236}">
                <a16:creationId xmlns:a16="http://schemas.microsoft.com/office/drawing/2014/main" id="{D2639325-78F5-CFE7-5283-5D96EBC89548}"/>
              </a:ext>
            </a:extLst>
          </p:cNvPr>
          <p:cNvPicPr>
            <a:picLocks noChangeAspect="1"/>
          </p:cNvPicPr>
          <p:nvPr/>
        </p:nvPicPr>
        <p:blipFill>
          <a:blip r:embed="rId6"/>
          <a:srcRect l="9785" t="1475" r="23857" b="10675"/>
          <a:stretch>
            <a:fillRect/>
          </a:stretch>
        </p:blipFill>
        <p:spPr>
          <a:xfrm>
            <a:off x="14807057" y="22489636"/>
            <a:ext cx="6850897" cy="5150593"/>
          </a:xfrm>
          <a:prstGeom prst="rect">
            <a:avLst/>
          </a:prstGeom>
          <a:ln>
            <a:solidFill>
              <a:srgbClr val="00457C"/>
            </a:solidFill>
          </a:ln>
        </p:spPr>
      </p:pic>
      <p:pic>
        <p:nvPicPr>
          <p:cNvPr id="4" name="Picture 3" descr="Beluga Whale Wallpapers (41 images) - WallpaperCat">
            <a:extLst>
              <a:ext uri="{FF2B5EF4-FFF2-40B4-BE49-F238E27FC236}">
                <a16:creationId xmlns:a16="http://schemas.microsoft.com/office/drawing/2014/main" id="{1AA10EBB-474F-FA0C-1C04-9DC5B542365C}"/>
              </a:ext>
            </a:extLst>
          </p:cNvPr>
          <p:cNvPicPr>
            <a:picLocks noChangeAspect="1"/>
          </p:cNvPicPr>
          <p:nvPr/>
        </p:nvPicPr>
        <p:blipFill>
          <a:blip r:embed="rId7"/>
          <a:srcRect l="6582" t="374" r="25605" b="1433"/>
          <a:stretch>
            <a:fillRect/>
          </a:stretch>
        </p:blipFill>
        <p:spPr>
          <a:xfrm>
            <a:off x="21901755" y="22487849"/>
            <a:ext cx="6612325" cy="5136872"/>
          </a:xfrm>
          <a:prstGeom prst="rect">
            <a:avLst/>
          </a:prstGeom>
          <a:ln>
            <a:solidFill>
              <a:srgbClr val="00457C"/>
            </a:solidFill>
          </a:ln>
        </p:spPr>
      </p:pic>
      <p:pic>
        <p:nvPicPr>
          <p:cNvPr id="14" name="Picture 13" descr="A close-up of a screen&#10;&#10;AI-generated content may be incorrect.">
            <a:extLst>
              <a:ext uri="{FF2B5EF4-FFF2-40B4-BE49-F238E27FC236}">
                <a16:creationId xmlns:a16="http://schemas.microsoft.com/office/drawing/2014/main" id="{93501751-B864-2E99-00EF-D0F260E2706A}"/>
              </a:ext>
            </a:extLst>
          </p:cNvPr>
          <p:cNvPicPr>
            <a:picLocks noChangeAspect="1"/>
          </p:cNvPicPr>
          <p:nvPr/>
        </p:nvPicPr>
        <p:blipFill>
          <a:blip r:embed="rId8"/>
          <a:srcRect t="131" r="13513" b="345"/>
          <a:stretch>
            <a:fillRect/>
          </a:stretch>
        </p:blipFill>
        <p:spPr>
          <a:xfrm>
            <a:off x="733803" y="16995269"/>
            <a:ext cx="13694546" cy="10630534"/>
          </a:xfrm>
          <a:prstGeom prst="rect">
            <a:avLst/>
          </a:prstGeom>
          <a:ln w="6350">
            <a:solidFill>
              <a:srgbClr val="00457C"/>
            </a:solidFill>
          </a:ln>
        </p:spPr>
      </p:pic>
      <p:sp>
        <p:nvSpPr>
          <p:cNvPr id="11" name="Subtitle 10">
            <a:extLst>
              <a:ext uri="{FF2B5EF4-FFF2-40B4-BE49-F238E27FC236}">
                <a16:creationId xmlns:a16="http://schemas.microsoft.com/office/drawing/2014/main" id="{C8C2276F-D017-1D4D-8B1D-0CE8696E26F8}"/>
              </a:ext>
            </a:extLst>
          </p:cNvPr>
          <p:cNvSpPr>
            <a:spLocks noGrp="1"/>
          </p:cNvSpPr>
          <p:nvPr>
            <p:ph type="body" sz="quarter" idx="14"/>
          </p:nvPr>
        </p:nvSpPr>
        <p:spPr>
          <a:xfrm>
            <a:off x="723942" y="1868227"/>
            <a:ext cx="11395716" cy="1431180"/>
          </a:xfrm>
        </p:spPr>
        <p:txBody>
          <a:bodyPr>
            <a:normAutofit fontScale="92500" lnSpcReduction="10000"/>
          </a:bodyPr>
          <a:lstStyle/>
          <a:p>
            <a:pPr>
              <a:lnSpc>
                <a:spcPct val="120000"/>
              </a:lnSpc>
              <a:spcBef>
                <a:spcPts val="0"/>
              </a:spcBef>
            </a:pPr>
            <a:r>
              <a:rPr lang="en-US" dirty="0">
                <a:solidFill>
                  <a:schemeClr val="bg1"/>
                </a:solidFill>
              </a:rPr>
              <a:t>EGN 4952C</a:t>
            </a:r>
          </a:p>
          <a:p>
            <a:pPr>
              <a:lnSpc>
                <a:spcPct val="120000"/>
              </a:lnSpc>
              <a:spcBef>
                <a:spcPts val="0"/>
              </a:spcBef>
            </a:pPr>
            <a:r>
              <a:rPr lang="en-US" dirty="0">
                <a:solidFill>
                  <a:schemeClr val="bg1"/>
                </a:solidFill>
              </a:rPr>
              <a:t>Electrical Engineering &amp; Computer S</a:t>
            </a:r>
            <a:r>
              <a:rPr lang="en-US" dirty="0"/>
              <a:t>cience</a:t>
            </a:r>
            <a:endParaRPr lang="en-US" dirty="0">
              <a:solidFill>
                <a:schemeClr val="bg1"/>
              </a:solidFill>
            </a:endParaRPr>
          </a:p>
        </p:txBody>
      </p:sp>
      <p:sp>
        <p:nvSpPr>
          <p:cNvPr id="10" name="Title 9">
            <a:extLst>
              <a:ext uri="{FF2B5EF4-FFF2-40B4-BE49-F238E27FC236}">
                <a16:creationId xmlns:a16="http://schemas.microsoft.com/office/drawing/2014/main" id="{130F6D8D-3273-3645-AD1D-FA548DA970D7}"/>
              </a:ext>
            </a:extLst>
          </p:cNvPr>
          <p:cNvSpPr>
            <a:spLocks noGrp="1"/>
          </p:cNvSpPr>
          <p:nvPr>
            <p:ph type="ctrTitle" idx="4294967295"/>
          </p:nvPr>
        </p:nvSpPr>
        <p:spPr>
          <a:xfrm>
            <a:off x="723944" y="607820"/>
            <a:ext cx="19502671" cy="1446275"/>
          </a:xfrm>
          <a:prstGeom prst="rect">
            <a:avLst/>
          </a:prstGeom>
        </p:spPr>
        <p:txBody>
          <a:bodyPr lIns="91440" tIns="45720" rIns="91440" bIns="45720" anchor="t">
            <a:normAutofit fontScale="90000"/>
          </a:bodyPr>
          <a:lstStyle/>
          <a:p>
            <a:r>
              <a:rPr lang="en-US" sz="7700" b="1" dirty="0">
                <a:solidFill>
                  <a:schemeClr val="bg1"/>
                </a:solidFill>
                <a:latin typeface="Lato"/>
                <a:ea typeface="Lato"/>
                <a:cs typeface="Lato"/>
              </a:rPr>
              <a:t>Underwater Acoustic Model for Whale Species  </a:t>
            </a:r>
          </a:p>
        </p:txBody>
      </p:sp>
      <p:sp>
        <p:nvSpPr>
          <p:cNvPr id="12" name="Subtitle 10">
            <a:extLst>
              <a:ext uri="{FF2B5EF4-FFF2-40B4-BE49-F238E27FC236}">
                <a16:creationId xmlns:a16="http://schemas.microsoft.com/office/drawing/2014/main" id="{44697D68-8B55-2B44-ADC4-DFE244818CBD}"/>
              </a:ext>
            </a:extLst>
          </p:cNvPr>
          <p:cNvSpPr txBox="1">
            <a:spLocks/>
          </p:cNvSpPr>
          <p:nvPr/>
        </p:nvSpPr>
        <p:spPr>
          <a:xfrm>
            <a:off x="20175084" y="255495"/>
            <a:ext cx="6495528" cy="1097280"/>
          </a:xfrm>
          <a:prstGeom prst="rect">
            <a:avLst/>
          </a:prstGeom>
        </p:spPr>
        <p:txBody>
          <a:bodyPr vert="horz" lIns="329184" tIns="164592" rIns="329184" bIns="164592"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4320" dirty="0">
                <a:solidFill>
                  <a:schemeClr val="bg1"/>
                </a:solidFill>
                <a:latin typeface="Lato" panose="020F0502020204030203" pitchFamily="34" charset="0"/>
                <a:ea typeface="Lato" panose="020F0502020204030203" pitchFamily="34" charset="0"/>
                <a:cs typeface="Lato" panose="020F0502020204030203" pitchFamily="34" charset="0"/>
              </a:rPr>
              <a:t>Team Members </a:t>
            </a:r>
            <a:endParaRPr lang="en-US" sz="1440"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13" name="Subtitle 10">
            <a:extLst>
              <a:ext uri="{FF2B5EF4-FFF2-40B4-BE49-F238E27FC236}">
                <a16:creationId xmlns:a16="http://schemas.microsoft.com/office/drawing/2014/main" id="{D6644BF5-580B-6149-8DC6-C3C5552F35D6}"/>
              </a:ext>
            </a:extLst>
          </p:cNvPr>
          <p:cNvSpPr txBox="1">
            <a:spLocks/>
          </p:cNvSpPr>
          <p:nvPr/>
        </p:nvSpPr>
        <p:spPr>
          <a:xfrm>
            <a:off x="20275758" y="1345042"/>
            <a:ext cx="6701244" cy="3331044"/>
          </a:xfrm>
          <a:prstGeom prst="rect">
            <a:avLst/>
          </a:prstGeom>
        </p:spPr>
        <p:txBody>
          <a:bodyPr vert="horz" lIns="329184" tIns="164592" rIns="329184" bIns="164592"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en-US" sz="3200" b="0">
                <a:solidFill>
                  <a:schemeClr val="bg1"/>
                </a:solidFill>
                <a:latin typeface="Lato"/>
                <a:ea typeface="Lato"/>
                <a:cs typeface="Lato"/>
              </a:rPr>
              <a:t>Ace Bowen</a:t>
            </a:r>
            <a:br>
              <a:rPr lang="en-US" sz="3200" dirty="0">
                <a:latin typeface="Lato"/>
                <a:ea typeface="Lato"/>
                <a:cs typeface="Lato"/>
              </a:rPr>
            </a:br>
            <a:r>
              <a:rPr lang="en-US" sz="3200" b="0">
                <a:solidFill>
                  <a:schemeClr val="bg1"/>
                </a:solidFill>
                <a:latin typeface="Lato"/>
                <a:ea typeface="Lato"/>
                <a:cs typeface="Lato"/>
              </a:rPr>
              <a:t>Eoin Nash </a:t>
            </a:r>
            <a:br>
              <a:rPr lang="en-US" sz="3200" b="0" dirty="0">
                <a:latin typeface="Lato" panose="020F0502020204030203" pitchFamily="34" charset="0"/>
                <a:ea typeface="Lato" panose="020F0502020204030203" pitchFamily="34" charset="0"/>
                <a:cs typeface="Lato" panose="020F0502020204030203" pitchFamily="34" charset="0"/>
              </a:rPr>
            </a:br>
            <a:r>
              <a:rPr lang="en-US" sz="3200" b="0">
                <a:solidFill>
                  <a:schemeClr val="bg1"/>
                </a:solidFill>
                <a:latin typeface="Lato"/>
                <a:ea typeface="Lato"/>
                <a:cs typeface="Lato"/>
              </a:rPr>
              <a:t>Fahima Aziz</a:t>
            </a:r>
            <a:br>
              <a:rPr lang="en-US" sz="3200" dirty="0">
                <a:latin typeface="Lato" panose="020F0502020204030203" pitchFamily="34" charset="0"/>
                <a:ea typeface="Lato" panose="020F0502020204030203" pitchFamily="34" charset="0"/>
                <a:cs typeface="Lato" panose="020F0502020204030203" pitchFamily="34" charset="0"/>
              </a:rPr>
            </a:br>
            <a:r>
              <a:rPr lang="en-US" sz="3200" b="0">
                <a:solidFill>
                  <a:schemeClr val="bg1"/>
                </a:solidFill>
                <a:latin typeface="Lato"/>
                <a:ea typeface="Lato"/>
                <a:cs typeface="Lato"/>
              </a:rPr>
              <a:t>Khang Vinh Doan</a:t>
            </a:r>
          </a:p>
        </p:txBody>
      </p:sp>
      <p:sp>
        <p:nvSpPr>
          <p:cNvPr id="17" name="Subtitle 10">
            <a:extLst>
              <a:ext uri="{FF2B5EF4-FFF2-40B4-BE49-F238E27FC236}">
                <a16:creationId xmlns:a16="http://schemas.microsoft.com/office/drawing/2014/main" id="{78B616E3-9E24-1248-8A4D-D77D57F7DC50}"/>
              </a:ext>
            </a:extLst>
          </p:cNvPr>
          <p:cNvSpPr txBox="1">
            <a:spLocks/>
          </p:cNvSpPr>
          <p:nvPr/>
        </p:nvSpPr>
        <p:spPr>
          <a:xfrm>
            <a:off x="26660626" y="3329323"/>
            <a:ext cx="6495528" cy="1097280"/>
          </a:xfrm>
          <a:prstGeom prst="rect">
            <a:avLst/>
          </a:prstGeom>
        </p:spPr>
        <p:txBody>
          <a:bodyPr vert="horz" lIns="329184" tIns="164592" rIns="329184" bIns="164592"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4320" dirty="0">
                <a:solidFill>
                  <a:schemeClr val="bg1"/>
                </a:solidFill>
                <a:latin typeface="Lato" panose="020F0502020204030203" pitchFamily="34" charset="0"/>
                <a:ea typeface="Lato" panose="020F0502020204030203" pitchFamily="34" charset="0"/>
                <a:cs typeface="Lato" panose="020F0502020204030203" pitchFamily="34" charset="0"/>
              </a:rPr>
              <a:t>Project Advisor</a:t>
            </a:r>
            <a:endParaRPr lang="en-US" sz="1440"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19" name="Title 9">
            <a:extLst>
              <a:ext uri="{FF2B5EF4-FFF2-40B4-BE49-F238E27FC236}">
                <a16:creationId xmlns:a16="http://schemas.microsoft.com/office/drawing/2014/main" id="{170C0395-DFA3-F44D-A3EA-10AA82747FB0}"/>
              </a:ext>
            </a:extLst>
          </p:cNvPr>
          <p:cNvSpPr txBox="1">
            <a:spLocks/>
          </p:cNvSpPr>
          <p:nvPr/>
        </p:nvSpPr>
        <p:spPr>
          <a:xfrm>
            <a:off x="28792600" y="5767434"/>
            <a:ext cx="8425548" cy="1058088"/>
          </a:xfrm>
          <a:prstGeom prst="rect">
            <a:avLst/>
          </a:prstGeom>
        </p:spPr>
        <p:txBody>
          <a:bodyPr vert="horz" lIns="329184" tIns="164592" rIns="329184" bIns="164592" rtlCol="0" anchor="b">
            <a:normAutofit/>
          </a:bodyPr>
          <a:lstStyle>
            <a:lvl1pPr algn="ctr" defTabSz="914400" rtl="0" eaLnBrk="1" latinLnBrk="0" hangingPunct="1">
              <a:lnSpc>
                <a:spcPct val="90000"/>
              </a:lnSpc>
              <a:spcBef>
                <a:spcPct val="0"/>
              </a:spcBef>
              <a:buNone/>
              <a:defRPr sz="6000" b="1" i="0" kern="1200">
                <a:solidFill>
                  <a:schemeClr val="tx1"/>
                </a:solidFill>
                <a:latin typeface="Lato Heavy" panose="020F0502020204030203" pitchFamily="34" charset="0"/>
                <a:ea typeface="Lato Heavy" panose="020F0502020204030203" pitchFamily="34" charset="0"/>
                <a:cs typeface="Lato Heavy" panose="020F0502020204030203" pitchFamily="34" charset="0"/>
              </a:defRPr>
            </a:lvl1pPr>
          </a:lstStyle>
          <a:p>
            <a:pPr algn="l"/>
            <a:r>
              <a:rPr lang="en-US" sz="5040" dirty="0">
                <a:latin typeface="Lato" panose="020F0502020204030203" pitchFamily="34" charset="0"/>
                <a:ea typeface="Lato" panose="020F0502020204030203" pitchFamily="34" charset="0"/>
                <a:cs typeface="Lato" panose="020F0502020204030203" pitchFamily="34" charset="0"/>
              </a:rPr>
              <a:t>Problem Statement</a:t>
            </a:r>
          </a:p>
        </p:txBody>
      </p:sp>
      <p:sp>
        <p:nvSpPr>
          <p:cNvPr id="20" name="Subtitle 10">
            <a:extLst>
              <a:ext uri="{FF2B5EF4-FFF2-40B4-BE49-F238E27FC236}">
                <a16:creationId xmlns:a16="http://schemas.microsoft.com/office/drawing/2014/main" id="{A58C0700-3F13-EC47-AD08-0B5FFC38DF34}"/>
              </a:ext>
            </a:extLst>
          </p:cNvPr>
          <p:cNvSpPr txBox="1">
            <a:spLocks/>
          </p:cNvSpPr>
          <p:nvPr/>
        </p:nvSpPr>
        <p:spPr>
          <a:xfrm>
            <a:off x="28792606" y="6808619"/>
            <a:ext cx="14625132" cy="5420377"/>
          </a:xfrm>
          <a:prstGeom prst="rect">
            <a:avLst/>
          </a:prstGeom>
        </p:spPr>
        <p:txBody>
          <a:bodyPr vert="horz" lIns="329184" tIns="164592" rIns="329184" bIns="164592"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20000"/>
              </a:lnSpc>
            </a:pPr>
            <a:r>
              <a:rPr lang="en-US" sz="3950" b="0" dirty="0">
                <a:latin typeface="Lato Semibold"/>
                <a:ea typeface="Lato Semibold"/>
                <a:cs typeface="Lato Semibold"/>
              </a:rPr>
              <a:t>To conserve whales, we must understand them. So, to enable deeper insights into whale behaviors and social structures we strive to develop a computational system to recognize and group whale sounds together automatically. The creation of this system will help with identifying disruptions caused by human activity, reduce labor</a:t>
            </a:r>
            <a:r>
              <a:rPr lang="en-US" sz="3950" b="0">
                <a:latin typeface="Lato Semibold"/>
                <a:ea typeface="Lato Semibold"/>
                <a:cs typeface="Lato Semibold"/>
              </a:rPr>
              <a:t> and costs for marine researchers, and allow for early </a:t>
            </a:r>
            <a:r>
              <a:rPr lang="en-US" sz="3950" b="0" dirty="0">
                <a:latin typeface="Lato Semibold"/>
                <a:ea typeface="Lato Semibold"/>
                <a:cs typeface="Lato Semibold"/>
              </a:rPr>
              <a:t>detection of possible endangered species.</a:t>
            </a:r>
            <a:endParaRPr lang="en-US" sz="3950" dirty="0">
              <a:latin typeface="Lato Semibold"/>
              <a:ea typeface="Lato Semibold"/>
              <a:cs typeface="Lato Semibold"/>
            </a:endParaRPr>
          </a:p>
        </p:txBody>
      </p:sp>
      <p:sp>
        <p:nvSpPr>
          <p:cNvPr id="26" name="Subtitle 10">
            <a:extLst>
              <a:ext uri="{FF2B5EF4-FFF2-40B4-BE49-F238E27FC236}">
                <a16:creationId xmlns:a16="http://schemas.microsoft.com/office/drawing/2014/main" id="{A2AB0AFC-26A8-BB49-A0BA-9F2DD68EB481}"/>
              </a:ext>
            </a:extLst>
          </p:cNvPr>
          <p:cNvSpPr txBox="1">
            <a:spLocks noChangeAspect="1"/>
          </p:cNvSpPr>
          <p:nvPr/>
        </p:nvSpPr>
        <p:spPr>
          <a:xfrm>
            <a:off x="556932" y="3643617"/>
            <a:ext cx="7807755" cy="646795"/>
          </a:xfrm>
          <a:prstGeom prst="rect">
            <a:avLst/>
          </a:prstGeom>
          <a:effectLst>
            <a:outerShdw blurRad="63500" dist="38100" dir="2700000">
              <a:srgbClr val="000000">
                <a:alpha val="40000"/>
              </a:srgbClr>
            </a:outerShdw>
          </a:effectLst>
        </p:spPr>
        <p:txBody>
          <a:bodyPr vert="horz" lIns="329184" tIns="164592" rIns="329184" bIns="164592"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3200">
                <a:solidFill>
                  <a:schemeClr val="bg1"/>
                </a:solidFill>
                <a:latin typeface="Lato"/>
                <a:ea typeface="Lato"/>
                <a:cs typeface="Lato"/>
              </a:rPr>
              <a:t>Sponsored by: Dr. Ali Ibrahim</a:t>
            </a:r>
            <a:endParaRPr lang="en-US" sz="3200" b="0">
              <a:solidFill>
                <a:schemeClr val="bg1"/>
              </a:solidFill>
              <a:latin typeface="Lato"/>
              <a:ea typeface="Lato"/>
              <a:cs typeface="Lato"/>
            </a:endParaRPr>
          </a:p>
        </p:txBody>
      </p:sp>
      <p:sp>
        <p:nvSpPr>
          <p:cNvPr id="35" name="Title 9">
            <a:extLst>
              <a:ext uri="{FF2B5EF4-FFF2-40B4-BE49-F238E27FC236}">
                <a16:creationId xmlns:a16="http://schemas.microsoft.com/office/drawing/2014/main" id="{7C332BCD-FDD9-F94C-93CB-86E8BA8561F2}"/>
              </a:ext>
            </a:extLst>
          </p:cNvPr>
          <p:cNvSpPr txBox="1">
            <a:spLocks/>
          </p:cNvSpPr>
          <p:nvPr/>
        </p:nvSpPr>
        <p:spPr>
          <a:xfrm>
            <a:off x="28792618" y="13435672"/>
            <a:ext cx="13480872" cy="1058088"/>
          </a:xfrm>
          <a:prstGeom prst="rect">
            <a:avLst/>
          </a:prstGeom>
        </p:spPr>
        <p:txBody>
          <a:bodyPr vert="horz" lIns="329184" tIns="164592" rIns="329184" bIns="164592" rtlCol="0" anchor="b">
            <a:normAutofit/>
          </a:bodyPr>
          <a:lstStyle>
            <a:lvl1pPr algn="ctr" defTabSz="914400" rtl="0" eaLnBrk="1" latinLnBrk="0" hangingPunct="1">
              <a:lnSpc>
                <a:spcPct val="90000"/>
              </a:lnSpc>
              <a:spcBef>
                <a:spcPct val="0"/>
              </a:spcBef>
              <a:buNone/>
              <a:defRPr sz="6000" b="1" i="0" kern="1200">
                <a:solidFill>
                  <a:schemeClr val="tx1"/>
                </a:solidFill>
                <a:latin typeface="Lato Heavy" panose="020F0502020204030203" pitchFamily="34" charset="0"/>
                <a:ea typeface="Lato Heavy" panose="020F0502020204030203" pitchFamily="34" charset="0"/>
                <a:cs typeface="Lato Heavy" panose="020F0502020204030203" pitchFamily="34" charset="0"/>
              </a:defRPr>
            </a:lvl1pPr>
          </a:lstStyle>
          <a:p>
            <a:pPr algn="l"/>
            <a:r>
              <a:rPr lang="en-US" sz="5040" dirty="0">
                <a:latin typeface="Lato" panose="020F0502020204030203" pitchFamily="34" charset="0"/>
                <a:ea typeface="Lato" panose="020F0502020204030203" pitchFamily="34" charset="0"/>
                <a:cs typeface="Lato" panose="020F0502020204030203" pitchFamily="34" charset="0"/>
              </a:rPr>
              <a:t>Results</a:t>
            </a:r>
          </a:p>
        </p:txBody>
      </p:sp>
      <p:sp>
        <p:nvSpPr>
          <p:cNvPr id="36" name="Subtitle 10">
            <a:extLst>
              <a:ext uri="{FF2B5EF4-FFF2-40B4-BE49-F238E27FC236}">
                <a16:creationId xmlns:a16="http://schemas.microsoft.com/office/drawing/2014/main" id="{9F3EBA96-28C0-F047-947C-38EB7C9FB55F}"/>
              </a:ext>
            </a:extLst>
          </p:cNvPr>
          <p:cNvSpPr txBox="1">
            <a:spLocks/>
          </p:cNvSpPr>
          <p:nvPr/>
        </p:nvSpPr>
        <p:spPr>
          <a:xfrm>
            <a:off x="28792606" y="14476851"/>
            <a:ext cx="14633960" cy="5150605"/>
          </a:xfrm>
          <a:prstGeom prst="rect">
            <a:avLst/>
          </a:prstGeom>
        </p:spPr>
        <p:txBody>
          <a:bodyPr vert="horz" lIns="329184" tIns="164592" rIns="329184" bIns="164592"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20000"/>
              </a:lnSpc>
            </a:pPr>
            <a:r>
              <a:rPr lang="en-US" sz="3950" b="0" dirty="0">
                <a:latin typeface="Lato Semibold"/>
                <a:ea typeface="Lato Semibold"/>
                <a:cs typeface="Lato Semibold"/>
              </a:rPr>
              <a:t>We developed a multi-CNN model that converts whale audio into spectrograms and classifies species based on learned acoustic patterns. The system was trained on labeled whale datasets and designed to account for underwater background noise. When audio is uploaded through the frontend, the model processes the input and outputs the predicted whale species, demonstrating a complete end-to-end classification pipeline.</a:t>
            </a:r>
          </a:p>
          <a:p>
            <a:pPr algn="l">
              <a:lnSpc>
                <a:spcPct val="120000"/>
              </a:lnSpc>
            </a:pPr>
            <a:endParaRPr lang="en-US" sz="3950" b="0" dirty="0">
              <a:latin typeface="Lato Semibold"/>
              <a:ea typeface="Lato Semibold"/>
              <a:cs typeface="Lato Semibold"/>
            </a:endParaRPr>
          </a:p>
        </p:txBody>
      </p:sp>
      <p:sp>
        <p:nvSpPr>
          <p:cNvPr id="38" name="Subtitle 10">
            <a:extLst>
              <a:ext uri="{FF2B5EF4-FFF2-40B4-BE49-F238E27FC236}">
                <a16:creationId xmlns:a16="http://schemas.microsoft.com/office/drawing/2014/main" id="{5B34A1AA-D693-3B48-8609-BFACDADAB9B1}"/>
              </a:ext>
            </a:extLst>
          </p:cNvPr>
          <p:cNvSpPr txBox="1">
            <a:spLocks/>
          </p:cNvSpPr>
          <p:nvPr/>
        </p:nvSpPr>
        <p:spPr>
          <a:xfrm>
            <a:off x="28801031" y="22972969"/>
            <a:ext cx="14633958" cy="6045409"/>
          </a:xfrm>
          <a:prstGeom prst="rect">
            <a:avLst/>
          </a:prstGeom>
        </p:spPr>
        <p:txBody>
          <a:bodyPr vert="horz" lIns="329184" tIns="164592" rIns="329184" bIns="164592"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20000"/>
              </a:lnSpc>
            </a:pPr>
            <a:r>
              <a:rPr lang="en-US" sz="3950" b="0" dirty="0">
                <a:latin typeface="Lato Semibold"/>
                <a:ea typeface="Lato Semibold"/>
                <a:cs typeface="Lato Semibold"/>
              </a:rPr>
              <a:t>This project shows how deep learning and acoustic analysis can support marine conservation. By automating whale sound classification, we reduce manual effort and enable scalable monitoring of ocean soundscapes. With further refinement and expanded datasets, this system can contribute to real-time species tracking and long-term conservation efforts.</a:t>
            </a:r>
            <a:endParaRPr lang="en-US" dirty="0"/>
          </a:p>
        </p:txBody>
      </p:sp>
      <p:sp>
        <p:nvSpPr>
          <p:cNvPr id="39" name="Title 9">
            <a:extLst>
              <a:ext uri="{FF2B5EF4-FFF2-40B4-BE49-F238E27FC236}">
                <a16:creationId xmlns:a16="http://schemas.microsoft.com/office/drawing/2014/main" id="{185DC81F-62AF-1B43-8DBF-93E95C4533B3}"/>
              </a:ext>
            </a:extLst>
          </p:cNvPr>
          <p:cNvSpPr txBox="1">
            <a:spLocks/>
          </p:cNvSpPr>
          <p:nvPr/>
        </p:nvSpPr>
        <p:spPr>
          <a:xfrm>
            <a:off x="28792600" y="21892592"/>
            <a:ext cx="13480872" cy="1058088"/>
          </a:xfrm>
          <a:prstGeom prst="rect">
            <a:avLst/>
          </a:prstGeom>
        </p:spPr>
        <p:txBody>
          <a:bodyPr vert="horz" lIns="329184" tIns="164592" rIns="329184" bIns="164592" rtlCol="0" anchor="b">
            <a:normAutofit/>
          </a:bodyPr>
          <a:lstStyle>
            <a:lvl1pPr algn="ctr" defTabSz="914400" rtl="0" eaLnBrk="1" latinLnBrk="0" hangingPunct="1">
              <a:lnSpc>
                <a:spcPct val="90000"/>
              </a:lnSpc>
              <a:spcBef>
                <a:spcPct val="0"/>
              </a:spcBef>
              <a:buNone/>
              <a:defRPr sz="6000" b="1" i="0" kern="1200">
                <a:solidFill>
                  <a:schemeClr val="tx1"/>
                </a:solidFill>
                <a:latin typeface="Lato Heavy" panose="020F0502020204030203" pitchFamily="34" charset="0"/>
                <a:ea typeface="Lato Heavy" panose="020F0502020204030203" pitchFamily="34" charset="0"/>
                <a:cs typeface="Lato Heavy" panose="020F0502020204030203" pitchFamily="34" charset="0"/>
              </a:defRPr>
            </a:lvl1pPr>
          </a:lstStyle>
          <a:p>
            <a:pPr algn="l"/>
            <a:r>
              <a:rPr lang="en-US" sz="5040" dirty="0">
                <a:latin typeface="Lato" panose="020F0502020204030203" pitchFamily="34" charset="0"/>
                <a:ea typeface="Lato" panose="020F0502020204030203" pitchFamily="34" charset="0"/>
                <a:cs typeface="Lato" panose="020F0502020204030203" pitchFamily="34" charset="0"/>
              </a:rPr>
              <a:t>Conclusions &amp; Impact</a:t>
            </a:r>
          </a:p>
        </p:txBody>
      </p:sp>
      <p:sp>
        <p:nvSpPr>
          <p:cNvPr id="40" name="Title 9">
            <a:extLst>
              <a:ext uri="{FF2B5EF4-FFF2-40B4-BE49-F238E27FC236}">
                <a16:creationId xmlns:a16="http://schemas.microsoft.com/office/drawing/2014/main" id="{6F292AEB-E8FF-2440-875D-41792ECECC6A}"/>
              </a:ext>
            </a:extLst>
          </p:cNvPr>
          <p:cNvSpPr txBox="1">
            <a:spLocks/>
          </p:cNvSpPr>
          <p:nvPr/>
        </p:nvSpPr>
        <p:spPr>
          <a:xfrm>
            <a:off x="33368859" y="2745449"/>
            <a:ext cx="2954306" cy="1846336"/>
          </a:xfrm>
          <a:prstGeom prst="rect">
            <a:avLst/>
          </a:prstGeom>
        </p:spPr>
        <p:txBody>
          <a:bodyPr vert="horz" lIns="329184" tIns="164592" rIns="329184" bIns="164592" rtlCol="0" anchor="b">
            <a:noAutofit/>
          </a:bodyPr>
          <a:lstStyle>
            <a:lvl1pPr algn="ctr" defTabSz="914400" rtl="0" eaLnBrk="1" latinLnBrk="0" hangingPunct="1">
              <a:lnSpc>
                <a:spcPct val="90000"/>
              </a:lnSpc>
              <a:spcBef>
                <a:spcPct val="0"/>
              </a:spcBef>
              <a:buNone/>
              <a:defRPr sz="6000" b="1" i="0" kern="1200">
                <a:solidFill>
                  <a:schemeClr val="tx1"/>
                </a:solidFill>
                <a:latin typeface="Lato Heavy" panose="020F0502020204030203" pitchFamily="34" charset="0"/>
                <a:ea typeface="Lato Heavy" panose="020F0502020204030203" pitchFamily="34" charset="0"/>
                <a:cs typeface="Lato Heavy" panose="020F0502020204030203" pitchFamily="34" charset="0"/>
              </a:defRPr>
            </a:lvl1pPr>
          </a:lstStyle>
          <a:p>
            <a:pPr algn="r"/>
            <a:r>
              <a:rPr lang="en-US" sz="8600">
                <a:solidFill>
                  <a:schemeClr val="bg1"/>
                </a:solidFill>
                <a:latin typeface="Lato"/>
                <a:ea typeface="Lato"/>
                <a:cs typeface="Lato"/>
              </a:rPr>
              <a:t>#10</a:t>
            </a:r>
            <a:endParaRPr lang="en-US" sz="860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2" name="Subtitle 10">
            <a:extLst>
              <a:ext uri="{FF2B5EF4-FFF2-40B4-BE49-F238E27FC236}">
                <a16:creationId xmlns:a16="http://schemas.microsoft.com/office/drawing/2014/main" id="{B6885142-3E5B-4908-7395-68E1325A41C1}"/>
              </a:ext>
            </a:extLst>
          </p:cNvPr>
          <p:cNvSpPr txBox="1">
            <a:spLocks/>
          </p:cNvSpPr>
          <p:nvPr/>
        </p:nvSpPr>
        <p:spPr>
          <a:xfrm>
            <a:off x="26542021" y="248429"/>
            <a:ext cx="8304791" cy="1097280"/>
          </a:xfrm>
          <a:prstGeom prst="rect">
            <a:avLst/>
          </a:prstGeom>
        </p:spPr>
        <p:txBody>
          <a:bodyPr vert="horz" lIns="329184" tIns="164592" rIns="329184" bIns="164592"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4320" dirty="0">
                <a:solidFill>
                  <a:schemeClr val="bg1"/>
                </a:solidFill>
                <a:latin typeface="Lato" panose="020F0502020204030203" pitchFamily="34" charset="0"/>
                <a:ea typeface="Lato" panose="020F0502020204030203" pitchFamily="34" charset="0"/>
                <a:cs typeface="Lato" panose="020F0502020204030203" pitchFamily="34" charset="0"/>
              </a:rPr>
              <a:t>Faculty Course Facilitator </a:t>
            </a:r>
            <a:endParaRPr lang="en-US" sz="1440"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5" name="Subtitle 10">
            <a:extLst>
              <a:ext uri="{FF2B5EF4-FFF2-40B4-BE49-F238E27FC236}">
                <a16:creationId xmlns:a16="http://schemas.microsoft.com/office/drawing/2014/main" id="{A32660F8-074A-7F0D-605C-F1522717C201}"/>
              </a:ext>
            </a:extLst>
          </p:cNvPr>
          <p:cNvSpPr txBox="1">
            <a:spLocks/>
          </p:cNvSpPr>
          <p:nvPr/>
        </p:nvSpPr>
        <p:spPr>
          <a:xfrm>
            <a:off x="26542021" y="1853518"/>
            <a:ext cx="6701243" cy="1169012"/>
          </a:xfrm>
          <a:prstGeom prst="rect">
            <a:avLst/>
          </a:prstGeom>
        </p:spPr>
        <p:txBody>
          <a:bodyPr vert="horz" lIns="329184" tIns="164592" rIns="329184" bIns="164592"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3200" b="0">
                <a:solidFill>
                  <a:schemeClr val="bg1"/>
                </a:solidFill>
                <a:latin typeface="Lato"/>
                <a:ea typeface="Lato"/>
                <a:cs typeface="Lato"/>
              </a:rPr>
              <a:t>Dr. Waseem Asghar </a:t>
            </a:r>
            <a:endParaRPr lang="en-US" sz="3200" b="0" dirty="0">
              <a:solidFill>
                <a:schemeClr val="bg1"/>
              </a:solidFill>
              <a:latin typeface="Lato"/>
              <a:ea typeface="Lato"/>
              <a:cs typeface="Lato"/>
            </a:endParaRPr>
          </a:p>
        </p:txBody>
      </p:sp>
      <p:pic>
        <p:nvPicPr>
          <p:cNvPr id="16" name="Picture 15" descr="Sperm Whale Wallpapers - Top Free Sperm Whale Backgrounds - WallpaperAccess">
            <a:extLst>
              <a:ext uri="{FF2B5EF4-FFF2-40B4-BE49-F238E27FC236}">
                <a16:creationId xmlns:a16="http://schemas.microsoft.com/office/drawing/2014/main" id="{DC2B4919-740A-CE48-9391-85536AA0E060}"/>
              </a:ext>
            </a:extLst>
          </p:cNvPr>
          <p:cNvPicPr>
            <a:picLocks noChangeAspect="1"/>
          </p:cNvPicPr>
          <p:nvPr/>
        </p:nvPicPr>
        <p:blipFill>
          <a:blip r:embed="rId9"/>
          <a:srcRect l="12742" t="-167" r="-196" b="-270"/>
          <a:stretch>
            <a:fillRect/>
          </a:stretch>
        </p:blipFill>
        <p:spPr>
          <a:xfrm>
            <a:off x="704943" y="5886619"/>
            <a:ext cx="13701103" cy="10644495"/>
          </a:xfrm>
          <a:prstGeom prst="rect">
            <a:avLst/>
          </a:prstGeom>
          <a:ln>
            <a:solidFill>
              <a:srgbClr val="00457C"/>
            </a:solidFill>
          </a:ln>
        </p:spPr>
      </p:pic>
      <p:pic>
        <p:nvPicPr>
          <p:cNvPr id="6" name="Picture 5" descr="A screenshot of a computer&#10;&#10;AI-generated content may be incorrect.">
            <a:extLst>
              <a:ext uri="{FF2B5EF4-FFF2-40B4-BE49-F238E27FC236}">
                <a16:creationId xmlns:a16="http://schemas.microsoft.com/office/drawing/2014/main" id="{8F9E106B-F715-9FA8-F10D-3133ADF6CF30}"/>
              </a:ext>
            </a:extLst>
          </p:cNvPr>
          <p:cNvPicPr>
            <a:picLocks noChangeAspect="1"/>
          </p:cNvPicPr>
          <p:nvPr/>
        </p:nvPicPr>
        <p:blipFill>
          <a:blip r:embed="rId10"/>
          <a:srcRect l="4005" t="18454" r="3342" b="13120"/>
          <a:stretch>
            <a:fillRect/>
          </a:stretch>
        </p:blipFill>
        <p:spPr>
          <a:xfrm>
            <a:off x="14822739" y="7037896"/>
            <a:ext cx="13690557" cy="9475255"/>
          </a:xfrm>
          <a:prstGeom prst="rect">
            <a:avLst/>
          </a:prstGeom>
        </p:spPr>
      </p:pic>
    </p:spTree>
    <p:extLst>
      <p:ext uri="{BB962C8B-B14F-4D97-AF65-F5344CB8AC3E}">
        <p14:creationId xmlns:p14="http://schemas.microsoft.com/office/powerpoint/2010/main" val="24382161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609</TotalTime>
  <Words>656</Words>
  <Application>Microsoft Office PowerPoint</Application>
  <PresentationFormat>Custom</PresentationFormat>
  <Paragraphs>69</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Underwater Acoustic Model for Whale Species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Adlai Moss</dc:creator>
  <cp:lastModifiedBy>Kim Wooden</cp:lastModifiedBy>
  <cp:revision>352</cp:revision>
  <dcterms:created xsi:type="dcterms:W3CDTF">2021-11-24T20:51:02Z</dcterms:created>
  <dcterms:modified xsi:type="dcterms:W3CDTF">2026-03-29T23:02:30Z</dcterms:modified>
</cp:coreProperties>
</file>